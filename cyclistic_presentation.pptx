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5143500" cx="9144000"/>
  <p:notesSz cx="6858000" cy="9144000"/>
  <p:embeddedFontLst>
    <p:embeddedFont>
      <p:font typeface="Hanken Grotesk Medium"/>
      <p:regular r:id="rId15"/>
      <p:bold r:id="rId16"/>
      <p:italic r:id="rId17"/>
      <p:boldItalic r:id="rId18"/>
    </p:embeddedFont>
    <p:embeddedFont>
      <p:font typeface="Neuton Light"/>
      <p:regular r:id="rId19"/>
      <p:bold r:id="rId20"/>
      <p:boldItalic r:id="rId21"/>
    </p:embeddedFont>
    <p:embeddedFont>
      <p:font typeface="Hanken Grotesk"/>
      <p:regular r:id="rId22"/>
      <p:bold r:id="rId23"/>
      <p:italic r:id="rId24"/>
      <p:boldItalic r:id="rId25"/>
    </p:embeddedFont>
    <p:embeddedFont>
      <p:font typeface="Hanken Grotesk SemiBold"/>
      <p:regular r:id="rId26"/>
      <p:bold r:id="rId27"/>
      <p:italic r:id="rId28"/>
      <p:boldItalic r:id="rId29"/>
    </p:embeddedFont>
    <p:embeddedFont>
      <p:font typeface="Neuton"/>
      <p:regular r:id="rId30"/>
      <p:bold r:id="rId31"/>
      <p:italic r:id="rId32"/>
    </p:embeddedFont>
    <p:embeddedFont>
      <p:font typeface="Hanken Grotesk Light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eutonLight-bold.fntdata"/><Relationship Id="rId22" Type="http://schemas.openxmlformats.org/officeDocument/2006/relationships/font" Target="fonts/HankenGrotesk-regular.fntdata"/><Relationship Id="rId21" Type="http://schemas.openxmlformats.org/officeDocument/2006/relationships/font" Target="fonts/NeutonLight-boldItalic.fntdata"/><Relationship Id="rId24" Type="http://schemas.openxmlformats.org/officeDocument/2006/relationships/font" Target="fonts/HankenGrotesk-italic.fntdata"/><Relationship Id="rId23" Type="http://schemas.openxmlformats.org/officeDocument/2006/relationships/font" Target="fonts/HankenGrotesk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HankenGroteskSemiBold-regular.fntdata"/><Relationship Id="rId25" Type="http://schemas.openxmlformats.org/officeDocument/2006/relationships/font" Target="fonts/HankenGrotesk-boldItalic.fntdata"/><Relationship Id="rId28" Type="http://schemas.openxmlformats.org/officeDocument/2006/relationships/font" Target="fonts/HankenGroteskSemiBold-italic.fntdata"/><Relationship Id="rId27" Type="http://schemas.openxmlformats.org/officeDocument/2006/relationships/font" Target="fonts/HankenGrotesk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HankenGroteskSemiBold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Neuton-bold.fntdata"/><Relationship Id="rId30" Type="http://schemas.openxmlformats.org/officeDocument/2006/relationships/font" Target="fonts/Neuton-regular.fntdata"/><Relationship Id="rId11" Type="http://schemas.openxmlformats.org/officeDocument/2006/relationships/slide" Target="slides/slide6.xml"/><Relationship Id="rId33" Type="http://schemas.openxmlformats.org/officeDocument/2006/relationships/font" Target="fonts/HankenGroteskLight-regular.fntdata"/><Relationship Id="rId10" Type="http://schemas.openxmlformats.org/officeDocument/2006/relationships/slide" Target="slides/slide5.xml"/><Relationship Id="rId32" Type="http://schemas.openxmlformats.org/officeDocument/2006/relationships/font" Target="fonts/Neuton-italic.fntdata"/><Relationship Id="rId13" Type="http://schemas.openxmlformats.org/officeDocument/2006/relationships/slide" Target="slides/slide8.xml"/><Relationship Id="rId35" Type="http://schemas.openxmlformats.org/officeDocument/2006/relationships/font" Target="fonts/HankenGroteskLight-italic.fntdata"/><Relationship Id="rId12" Type="http://schemas.openxmlformats.org/officeDocument/2006/relationships/slide" Target="slides/slide7.xml"/><Relationship Id="rId34" Type="http://schemas.openxmlformats.org/officeDocument/2006/relationships/font" Target="fonts/HankenGroteskLight-bold.fntdata"/><Relationship Id="rId15" Type="http://schemas.openxmlformats.org/officeDocument/2006/relationships/font" Target="fonts/HankenGroteskMedium-regular.fntdata"/><Relationship Id="rId14" Type="http://schemas.openxmlformats.org/officeDocument/2006/relationships/slide" Target="slides/slide9.xml"/><Relationship Id="rId36" Type="http://schemas.openxmlformats.org/officeDocument/2006/relationships/font" Target="fonts/HankenGroteskLight-boldItalic.fntdata"/><Relationship Id="rId17" Type="http://schemas.openxmlformats.org/officeDocument/2006/relationships/font" Target="fonts/HankenGroteskMedium-italic.fntdata"/><Relationship Id="rId16" Type="http://schemas.openxmlformats.org/officeDocument/2006/relationships/font" Target="fonts/HankenGroteskMedium-bold.fntdata"/><Relationship Id="rId19" Type="http://schemas.openxmlformats.org/officeDocument/2006/relationships/font" Target="fonts/NeutonLight-regular.fntdata"/><Relationship Id="rId18" Type="http://schemas.openxmlformats.org/officeDocument/2006/relationships/font" Target="fonts/HankenGroteskMedium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g3dbb88f5da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5" name="Google Shape;615;g3dbb88f5da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3dbb88f5dad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3dbb88f5dad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6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g3dbb88f5dad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" name="Google Shape;648;g3dbb88f5dad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g3dbb88f5dad_0_1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5" name="Google Shape;655;g3dbb88f5dad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2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dbb88f5dad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3dbb88f5dad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3dbb88f5dad_0_3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3dbb88f5dad_0_3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dbb88f5dad_0_7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3dbb88f5dad_0_7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3dbb88f5dad_0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0" name="Google Shape;730;g3dbb88f5dad_0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g3dbb88f5dad_0_7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8" name="Google Shape;738;g3dbb88f5dad_0_7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Background">
  <p:cSld name="CUSTOM">
    <p:bg>
      <p:bgPr>
        <a:solidFill>
          <a:schemeClr val="dk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2450" y="486600"/>
            <a:ext cx="9144000" cy="4656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1" name="Google Shape;11;p2"/>
          <p:cNvCxnSpPr/>
          <p:nvPr/>
        </p:nvCxnSpPr>
        <p:spPr>
          <a:xfrm rot="10800000">
            <a:off x="593700" y="3671900"/>
            <a:ext cx="79482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" name="Google Shape;12;p2"/>
          <p:cNvSpPr txBox="1"/>
          <p:nvPr>
            <p:ph type="title"/>
          </p:nvPr>
        </p:nvSpPr>
        <p:spPr>
          <a:xfrm>
            <a:off x="593175" y="486000"/>
            <a:ext cx="7916400" cy="27432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Neuton Light"/>
              <a:buNone/>
              <a:defRPr sz="8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9pPr>
          </a:lstStyle>
          <a:p/>
        </p:txBody>
      </p:sp>
      <p:sp>
        <p:nvSpPr>
          <p:cNvPr id="13" name="Google Shape;13;p2"/>
          <p:cNvSpPr txBox="1"/>
          <p:nvPr>
            <p:ph idx="1" type="body"/>
          </p:nvPr>
        </p:nvSpPr>
        <p:spPr>
          <a:xfrm>
            <a:off x="575438" y="4387200"/>
            <a:ext cx="2919600" cy="6480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Char char="■"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1284638" y="2148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3" type="subTitle"/>
          </p:nvPr>
        </p:nvSpPr>
        <p:spPr>
          <a:xfrm>
            <a:off x="5539488" y="43872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/>
            </a:lvl1pPr>
            <a:lvl2pPr lvl="1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4" type="subTitle"/>
          </p:nvPr>
        </p:nvSpPr>
        <p:spPr>
          <a:xfrm>
            <a:off x="7040700" y="43872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/>
            </a:lvl1pPr>
            <a:lvl2pPr lvl="1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1">
  <p:cSld name="CUSTOM_7_1_1_1_1_1_1_1_1_1_1_1_1_1_1_1_1_1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idx="1" type="subTitle"/>
          </p:nvPr>
        </p:nvSpPr>
        <p:spPr>
          <a:xfrm>
            <a:off x="4322100" y="47000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2" type="subTitle"/>
          </p:nvPr>
        </p:nvSpPr>
        <p:spPr>
          <a:xfrm>
            <a:off x="4322100" y="538525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3" type="subTitle"/>
          </p:nvPr>
        </p:nvSpPr>
        <p:spPr>
          <a:xfrm>
            <a:off x="4322100" y="1061300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21" name="Google Shape;21;p3"/>
          <p:cNvSpPr txBox="1"/>
          <p:nvPr>
            <p:ph idx="4" type="subTitle"/>
          </p:nvPr>
        </p:nvSpPr>
        <p:spPr>
          <a:xfrm>
            <a:off x="4322100" y="1560213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5" type="subTitle"/>
          </p:nvPr>
        </p:nvSpPr>
        <p:spPr>
          <a:xfrm>
            <a:off x="4322100" y="2094363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23" name="Google Shape;23;p3"/>
          <p:cNvSpPr txBox="1"/>
          <p:nvPr>
            <p:ph idx="6" type="subTitle"/>
          </p:nvPr>
        </p:nvSpPr>
        <p:spPr>
          <a:xfrm>
            <a:off x="4322100" y="2605313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24" name="Google Shape;24;p3"/>
          <p:cNvSpPr txBox="1"/>
          <p:nvPr>
            <p:ph idx="7" type="subTitle"/>
          </p:nvPr>
        </p:nvSpPr>
        <p:spPr>
          <a:xfrm>
            <a:off x="4322100" y="3120113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25" name="Google Shape;25;p3"/>
          <p:cNvSpPr txBox="1"/>
          <p:nvPr>
            <p:ph idx="8" type="subTitle"/>
          </p:nvPr>
        </p:nvSpPr>
        <p:spPr>
          <a:xfrm>
            <a:off x="4322100" y="3634825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26" name="Google Shape;26;p3"/>
          <p:cNvSpPr txBox="1"/>
          <p:nvPr>
            <p:ph idx="9" type="subTitle"/>
          </p:nvPr>
        </p:nvSpPr>
        <p:spPr>
          <a:xfrm>
            <a:off x="4322100" y="4152488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3" type="subTitle"/>
          </p:nvPr>
        </p:nvSpPr>
        <p:spPr>
          <a:xfrm>
            <a:off x="4322100" y="4667200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28" name="Google Shape;28;p3"/>
          <p:cNvSpPr txBox="1"/>
          <p:nvPr>
            <p:ph idx="14" type="subTitle"/>
          </p:nvPr>
        </p:nvSpPr>
        <p:spPr>
          <a:xfrm>
            <a:off x="8440475" y="35300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29" name="Google Shape;29;p3"/>
          <p:cNvSpPr txBox="1"/>
          <p:nvPr>
            <p:ph idx="15" type="subTitle"/>
          </p:nvPr>
        </p:nvSpPr>
        <p:spPr>
          <a:xfrm>
            <a:off x="8440475" y="526825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30" name="Google Shape;30;p3"/>
          <p:cNvSpPr txBox="1"/>
          <p:nvPr>
            <p:ph idx="16" type="subTitle"/>
          </p:nvPr>
        </p:nvSpPr>
        <p:spPr>
          <a:xfrm>
            <a:off x="8440475" y="1049600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31" name="Google Shape;31;p3"/>
          <p:cNvSpPr txBox="1"/>
          <p:nvPr>
            <p:ph idx="17" type="subTitle"/>
          </p:nvPr>
        </p:nvSpPr>
        <p:spPr>
          <a:xfrm>
            <a:off x="8440475" y="1548513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32" name="Google Shape;32;p3"/>
          <p:cNvSpPr txBox="1"/>
          <p:nvPr>
            <p:ph idx="18" type="subTitle"/>
          </p:nvPr>
        </p:nvSpPr>
        <p:spPr>
          <a:xfrm>
            <a:off x="8440475" y="2082663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33" name="Google Shape;33;p3"/>
          <p:cNvSpPr txBox="1"/>
          <p:nvPr>
            <p:ph idx="19" type="subTitle"/>
          </p:nvPr>
        </p:nvSpPr>
        <p:spPr>
          <a:xfrm>
            <a:off x="8440475" y="2593613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34" name="Google Shape;34;p3"/>
          <p:cNvSpPr txBox="1"/>
          <p:nvPr>
            <p:ph idx="20" type="subTitle"/>
          </p:nvPr>
        </p:nvSpPr>
        <p:spPr>
          <a:xfrm>
            <a:off x="8440475" y="3108413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35" name="Google Shape;35;p3"/>
          <p:cNvSpPr txBox="1"/>
          <p:nvPr>
            <p:ph idx="21" type="subTitle"/>
          </p:nvPr>
        </p:nvSpPr>
        <p:spPr>
          <a:xfrm>
            <a:off x="8440475" y="3623125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36" name="Google Shape;36;p3"/>
          <p:cNvSpPr txBox="1"/>
          <p:nvPr>
            <p:ph idx="22" type="subTitle"/>
          </p:nvPr>
        </p:nvSpPr>
        <p:spPr>
          <a:xfrm>
            <a:off x="8440475" y="4140788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37" name="Google Shape;37;p3"/>
          <p:cNvSpPr txBox="1"/>
          <p:nvPr>
            <p:ph idx="23" type="subTitle"/>
          </p:nvPr>
        </p:nvSpPr>
        <p:spPr>
          <a:xfrm>
            <a:off x="8440475" y="4655500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38" name="Google Shape;38;p3"/>
          <p:cNvSpPr txBox="1"/>
          <p:nvPr>
            <p:ph type="title"/>
          </p:nvPr>
        </p:nvSpPr>
        <p:spPr>
          <a:xfrm>
            <a:off x="594025" y="184702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Folder Orange">
  <p:cSld name="CUSTOM_1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4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41" name="Google Shape;41;p4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42" name="Google Shape;42;p4"/>
          <p:cNvSpPr/>
          <p:nvPr/>
        </p:nvSpPr>
        <p:spPr>
          <a:xfrm>
            <a:off x="-2450" y="486600"/>
            <a:ext cx="9144000" cy="4656900"/>
          </a:xfrm>
          <a:prstGeom prst="roundRect">
            <a:avLst>
              <a:gd fmla="val 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43" name="Google Shape;43;p4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44" name="Google Shape;44;p4"/>
          <p:cNvSpPr txBox="1"/>
          <p:nvPr>
            <p:ph idx="4" type="subTitle"/>
          </p:nvPr>
        </p:nvSpPr>
        <p:spPr>
          <a:xfrm>
            <a:off x="57241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45" name="Google Shape;45;p4"/>
          <p:cNvSpPr txBox="1"/>
          <p:nvPr>
            <p:ph type="title"/>
          </p:nvPr>
        </p:nvSpPr>
        <p:spPr>
          <a:xfrm>
            <a:off x="1399000" y="2328176"/>
            <a:ext cx="6881700" cy="7815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Font typeface="Hanken Grotesk Light"/>
              <a:buNone/>
              <a:defRPr sz="42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" name="Google Shape;46;p4"/>
          <p:cNvSpPr txBox="1"/>
          <p:nvPr>
            <p:ph idx="5" type="title"/>
          </p:nvPr>
        </p:nvSpPr>
        <p:spPr>
          <a:xfrm>
            <a:off x="1399000" y="3779000"/>
            <a:ext cx="6881700" cy="774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Font typeface="Hanken Grotesk Light"/>
              <a:buNone/>
              <a:defRPr sz="42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7" name="Google Shape;47;p4"/>
          <p:cNvSpPr txBox="1"/>
          <p:nvPr>
            <p:ph idx="6" type="title"/>
          </p:nvPr>
        </p:nvSpPr>
        <p:spPr>
          <a:xfrm>
            <a:off x="1399000" y="858998"/>
            <a:ext cx="6881700" cy="7815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Font typeface="Hanken Grotesk Light"/>
              <a:buNone/>
              <a:defRPr sz="42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8" name="Google Shape;48;p4"/>
          <p:cNvSpPr/>
          <p:nvPr/>
        </p:nvSpPr>
        <p:spPr>
          <a:xfrm>
            <a:off x="1399001" y="4559050"/>
            <a:ext cx="1440300" cy="252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1399026" y="3106187"/>
            <a:ext cx="1440300" cy="252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1399001" y="1640387"/>
            <a:ext cx="1440300" cy="252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1" name="Google Shape;51;p4"/>
          <p:cNvSpPr txBox="1"/>
          <p:nvPr>
            <p:ph idx="7" type="title"/>
          </p:nvPr>
        </p:nvSpPr>
        <p:spPr>
          <a:xfrm>
            <a:off x="1552450" y="3144818"/>
            <a:ext cx="1133400" cy="176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52" name="Google Shape;52;p4"/>
          <p:cNvSpPr txBox="1"/>
          <p:nvPr>
            <p:ph idx="8" type="title"/>
          </p:nvPr>
        </p:nvSpPr>
        <p:spPr>
          <a:xfrm>
            <a:off x="1552450" y="4601474"/>
            <a:ext cx="1133400" cy="176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53" name="Google Shape;53;p4"/>
          <p:cNvSpPr txBox="1"/>
          <p:nvPr>
            <p:ph idx="9" type="title"/>
          </p:nvPr>
        </p:nvSpPr>
        <p:spPr>
          <a:xfrm>
            <a:off x="1552450" y="1678277"/>
            <a:ext cx="1133400" cy="176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54" name="Google Shape;54;p4"/>
          <p:cNvSpPr/>
          <p:nvPr>
            <p:ph idx="13" type="pic"/>
          </p:nvPr>
        </p:nvSpPr>
        <p:spPr>
          <a:xfrm>
            <a:off x="325850" y="928525"/>
            <a:ext cx="930900" cy="930900"/>
          </a:xfrm>
          <a:prstGeom prst="roundRect">
            <a:avLst>
              <a:gd fmla="val 12343" name="adj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55" name="Google Shape;55;p4"/>
          <p:cNvSpPr/>
          <p:nvPr>
            <p:ph idx="14" type="pic"/>
          </p:nvPr>
        </p:nvSpPr>
        <p:spPr>
          <a:xfrm>
            <a:off x="325850" y="2396325"/>
            <a:ext cx="930900" cy="930900"/>
          </a:xfrm>
          <a:prstGeom prst="roundRect">
            <a:avLst>
              <a:gd fmla="val 12343" name="adj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56" name="Google Shape;56;p4"/>
          <p:cNvSpPr/>
          <p:nvPr>
            <p:ph idx="15" type="pic"/>
          </p:nvPr>
        </p:nvSpPr>
        <p:spPr>
          <a:xfrm>
            <a:off x="325850" y="3849175"/>
            <a:ext cx="930900" cy="930900"/>
          </a:xfrm>
          <a:prstGeom prst="roundRect">
            <a:avLst>
              <a:gd fmla="val 12343" name="adj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57" name="Google Shape;57;p4"/>
          <p:cNvSpPr txBox="1"/>
          <p:nvPr>
            <p:ph idx="16" type="body"/>
          </p:nvPr>
        </p:nvSpPr>
        <p:spPr>
          <a:xfrm>
            <a:off x="3060150" y="1598250"/>
            <a:ext cx="5311800" cy="403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8" name="Google Shape;58;p4"/>
          <p:cNvSpPr txBox="1"/>
          <p:nvPr>
            <p:ph idx="17" type="body"/>
          </p:nvPr>
        </p:nvSpPr>
        <p:spPr>
          <a:xfrm>
            <a:off x="3060150" y="3108200"/>
            <a:ext cx="5311800" cy="403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9" name="Google Shape;59;p4"/>
          <p:cNvSpPr txBox="1"/>
          <p:nvPr>
            <p:ph idx="18" type="body"/>
          </p:nvPr>
        </p:nvSpPr>
        <p:spPr>
          <a:xfrm>
            <a:off x="3060150" y="4553025"/>
            <a:ext cx="5311800" cy="403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Folder Orange 2">
  <p:cSld name="CUSTOM_1_2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5"/>
          <p:cNvSpPr/>
          <p:nvPr/>
        </p:nvSpPr>
        <p:spPr>
          <a:xfrm>
            <a:off x="-2450" y="486600"/>
            <a:ext cx="9144000" cy="4656900"/>
          </a:xfrm>
          <a:prstGeom prst="roundRect">
            <a:avLst>
              <a:gd fmla="val 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2" name="Google Shape;62;p5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63" name="Google Shape;63;p5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64" name="Google Shape;64;p5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65" name="Google Shape;65;p5"/>
          <p:cNvSpPr txBox="1"/>
          <p:nvPr>
            <p:ph idx="4" type="subTitle"/>
          </p:nvPr>
        </p:nvSpPr>
        <p:spPr>
          <a:xfrm>
            <a:off x="57241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66" name="Google Shape;66;p5"/>
          <p:cNvSpPr txBox="1"/>
          <p:nvPr>
            <p:ph type="title"/>
          </p:nvPr>
        </p:nvSpPr>
        <p:spPr>
          <a:xfrm>
            <a:off x="596525" y="753331"/>
            <a:ext cx="7062000" cy="855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5"/>
          <p:cNvSpPr txBox="1"/>
          <p:nvPr>
            <p:ph idx="5" type="title"/>
          </p:nvPr>
        </p:nvSpPr>
        <p:spPr>
          <a:xfrm>
            <a:off x="1279000" y="2812875"/>
            <a:ext cx="2242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8" name="Google Shape;68;p5"/>
          <p:cNvSpPr txBox="1"/>
          <p:nvPr>
            <p:ph idx="6" type="title"/>
          </p:nvPr>
        </p:nvSpPr>
        <p:spPr>
          <a:xfrm>
            <a:off x="1279000" y="3854630"/>
            <a:ext cx="2242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9" name="Google Shape;69;p5"/>
          <p:cNvSpPr txBox="1"/>
          <p:nvPr>
            <p:ph idx="7" type="title"/>
          </p:nvPr>
        </p:nvSpPr>
        <p:spPr>
          <a:xfrm>
            <a:off x="4917850" y="1749478"/>
            <a:ext cx="2242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70" name="Google Shape;70;p5"/>
          <p:cNvSpPr txBox="1"/>
          <p:nvPr>
            <p:ph idx="8" type="title"/>
          </p:nvPr>
        </p:nvSpPr>
        <p:spPr>
          <a:xfrm>
            <a:off x="4917850" y="3854630"/>
            <a:ext cx="2242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1" name="Google Shape;71;p5"/>
          <p:cNvSpPr txBox="1"/>
          <p:nvPr>
            <p:ph idx="9" type="title"/>
          </p:nvPr>
        </p:nvSpPr>
        <p:spPr>
          <a:xfrm>
            <a:off x="4925175" y="2812875"/>
            <a:ext cx="2242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5"/>
          <p:cNvSpPr/>
          <p:nvPr>
            <p:ph idx="13" type="pic"/>
          </p:nvPr>
        </p:nvSpPr>
        <p:spPr>
          <a:xfrm>
            <a:off x="4021150" y="1690575"/>
            <a:ext cx="735600" cy="735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3" name="Google Shape;73;p5"/>
          <p:cNvSpPr/>
          <p:nvPr>
            <p:ph idx="14" type="pic"/>
          </p:nvPr>
        </p:nvSpPr>
        <p:spPr>
          <a:xfrm>
            <a:off x="4021150" y="2738375"/>
            <a:ext cx="735600" cy="735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4" name="Google Shape;74;p5"/>
          <p:cNvSpPr/>
          <p:nvPr>
            <p:ph idx="15" type="pic"/>
          </p:nvPr>
        </p:nvSpPr>
        <p:spPr>
          <a:xfrm>
            <a:off x="4021150" y="3789600"/>
            <a:ext cx="735600" cy="735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5" name="Google Shape;75;p5"/>
          <p:cNvSpPr/>
          <p:nvPr>
            <p:ph idx="16" type="pic"/>
          </p:nvPr>
        </p:nvSpPr>
        <p:spPr>
          <a:xfrm>
            <a:off x="377300" y="1690575"/>
            <a:ext cx="735600" cy="735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6" name="Google Shape;76;p5"/>
          <p:cNvSpPr/>
          <p:nvPr>
            <p:ph idx="17" type="pic"/>
          </p:nvPr>
        </p:nvSpPr>
        <p:spPr>
          <a:xfrm>
            <a:off x="377300" y="2738375"/>
            <a:ext cx="735600" cy="735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7" name="Google Shape;77;p5"/>
          <p:cNvSpPr/>
          <p:nvPr>
            <p:ph idx="18" type="pic"/>
          </p:nvPr>
        </p:nvSpPr>
        <p:spPr>
          <a:xfrm>
            <a:off x="377300" y="3789600"/>
            <a:ext cx="735600" cy="735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8" name="Google Shape;78;p5"/>
          <p:cNvSpPr txBox="1"/>
          <p:nvPr>
            <p:ph idx="19" type="title"/>
          </p:nvPr>
        </p:nvSpPr>
        <p:spPr>
          <a:xfrm>
            <a:off x="1279000" y="1749478"/>
            <a:ext cx="2242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79" name="Google Shape;79;p5"/>
          <p:cNvSpPr txBox="1"/>
          <p:nvPr>
            <p:ph idx="20" type="body"/>
          </p:nvPr>
        </p:nvSpPr>
        <p:spPr>
          <a:xfrm>
            <a:off x="1279000" y="2100550"/>
            <a:ext cx="2242800" cy="262500"/>
          </a:xfrm>
          <a:prstGeom prst="rect">
            <a:avLst/>
          </a:prstGeom>
        </p:spPr>
        <p:txBody>
          <a:bodyPr anchorCtr="0" anchor="t" bIns="91425" lIns="91425" spcFirstLastPara="1" rIns="91425" wrap="square" tIns="36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80" name="Google Shape;80;p5"/>
          <p:cNvSpPr txBox="1"/>
          <p:nvPr>
            <p:ph idx="21" type="body"/>
          </p:nvPr>
        </p:nvSpPr>
        <p:spPr>
          <a:xfrm>
            <a:off x="1279000" y="4205800"/>
            <a:ext cx="2242800" cy="262500"/>
          </a:xfrm>
          <a:prstGeom prst="rect">
            <a:avLst/>
          </a:prstGeom>
        </p:spPr>
        <p:txBody>
          <a:bodyPr anchorCtr="0" anchor="t" bIns="91425" lIns="91425" spcFirstLastPara="1" rIns="91425" wrap="square" tIns="36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81" name="Google Shape;81;p5"/>
          <p:cNvSpPr txBox="1"/>
          <p:nvPr>
            <p:ph idx="22" type="body"/>
          </p:nvPr>
        </p:nvSpPr>
        <p:spPr>
          <a:xfrm>
            <a:off x="1279000" y="3164025"/>
            <a:ext cx="2242800" cy="262500"/>
          </a:xfrm>
          <a:prstGeom prst="rect">
            <a:avLst/>
          </a:prstGeom>
        </p:spPr>
        <p:txBody>
          <a:bodyPr anchorCtr="0" anchor="t" bIns="91425" lIns="91425" spcFirstLastPara="1" rIns="91425" wrap="square" tIns="36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82" name="Google Shape;82;p5"/>
          <p:cNvSpPr txBox="1"/>
          <p:nvPr>
            <p:ph idx="23" type="body"/>
          </p:nvPr>
        </p:nvSpPr>
        <p:spPr>
          <a:xfrm>
            <a:off x="4917850" y="2100550"/>
            <a:ext cx="2242800" cy="262500"/>
          </a:xfrm>
          <a:prstGeom prst="rect">
            <a:avLst/>
          </a:prstGeom>
        </p:spPr>
        <p:txBody>
          <a:bodyPr anchorCtr="0" anchor="t" bIns="91425" lIns="91425" spcFirstLastPara="1" rIns="91425" wrap="square" tIns="36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83" name="Google Shape;83;p5"/>
          <p:cNvSpPr txBox="1"/>
          <p:nvPr>
            <p:ph idx="24" type="body"/>
          </p:nvPr>
        </p:nvSpPr>
        <p:spPr>
          <a:xfrm>
            <a:off x="4917850" y="4205800"/>
            <a:ext cx="2242800" cy="262500"/>
          </a:xfrm>
          <a:prstGeom prst="rect">
            <a:avLst/>
          </a:prstGeom>
        </p:spPr>
        <p:txBody>
          <a:bodyPr anchorCtr="0" anchor="t" bIns="91425" lIns="91425" spcFirstLastPara="1" rIns="91425" wrap="square" tIns="36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84" name="Google Shape;84;p5"/>
          <p:cNvSpPr txBox="1"/>
          <p:nvPr>
            <p:ph idx="25" type="body"/>
          </p:nvPr>
        </p:nvSpPr>
        <p:spPr>
          <a:xfrm>
            <a:off x="4917850" y="3164025"/>
            <a:ext cx="2242800" cy="262500"/>
          </a:xfrm>
          <a:prstGeom prst="rect">
            <a:avLst/>
          </a:prstGeom>
        </p:spPr>
        <p:txBody>
          <a:bodyPr anchorCtr="0" anchor="t" bIns="91425" lIns="91425" spcFirstLastPara="1" rIns="91425" wrap="square" tIns="36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Folder">
  <p:cSld name="BLANK_1_1_1_1">
    <p:bg>
      <p:bgPr>
        <a:solidFill>
          <a:schemeClr val="dk2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Google Shape;86;p6"/>
          <p:cNvGrpSpPr/>
          <p:nvPr/>
        </p:nvGrpSpPr>
        <p:grpSpPr>
          <a:xfrm>
            <a:off x="228600" y="210088"/>
            <a:ext cx="8686800" cy="4676475"/>
            <a:chOff x="228600" y="210088"/>
            <a:chExt cx="8686800" cy="4676475"/>
          </a:xfrm>
        </p:grpSpPr>
        <p:sp>
          <p:nvSpPr>
            <p:cNvPr id="87" name="Google Shape;87;p6"/>
            <p:cNvSpPr/>
            <p:nvPr/>
          </p:nvSpPr>
          <p:spPr>
            <a:xfrm>
              <a:off x="228600" y="566563"/>
              <a:ext cx="8686800" cy="4320000"/>
            </a:xfrm>
            <a:prstGeom prst="roundRect">
              <a:avLst>
                <a:gd fmla="val 5406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">
                  <a:solidFill>
                    <a:schemeClr val="dk1"/>
                  </a:solidFill>
                  <a:latin typeface="Hanken Grotesk"/>
                  <a:ea typeface="Hanken Grotesk"/>
                  <a:cs typeface="Hanken Grotesk"/>
                  <a:sym typeface="Hanken Grotesk"/>
                </a:rPr>
                <a:t> </a:t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88" name="Google Shape;88;p6"/>
            <p:cNvSpPr/>
            <p:nvPr/>
          </p:nvSpPr>
          <p:spPr>
            <a:xfrm>
              <a:off x="912237" y="210088"/>
              <a:ext cx="2245995" cy="360013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89" name="Google Shape;89;p6"/>
          <p:cNvSpPr txBox="1"/>
          <p:nvPr>
            <p:ph idx="1" type="subTitle"/>
          </p:nvPr>
        </p:nvSpPr>
        <p:spPr>
          <a:xfrm>
            <a:off x="1224650" y="210100"/>
            <a:ext cx="1676700" cy="35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90" name="Google Shape;90;p6"/>
          <p:cNvSpPr txBox="1"/>
          <p:nvPr>
            <p:ph idx="2" type="body"/>
          </p:nvPr>
        </p:nvSpPr>
        <p:spPr>
          <a:xfrm>
            <a:off x="593775" y="3900525"/>
            <a:ext cx="4346700" cy="7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b="1"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b="1"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b="1"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b="1"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b="1"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b="1"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b="1"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b="1"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b="1" sz="1200"/>
            </a:lvl9pPr>
          </a:lstStyle>
          <a:p/>
        </p:txBody>
      </p:sp>
      <p:sp>
        <p:nvSpPr>
          <p:cNvPr id="91" name="Google Shape;91;p6"/>
          <p:cNvSpPr txBox="1"/>
          <p:nvPr>
            <p:ph type="title"/>
          </p:nvPr>
        </p:nvSpPr>
        <p:spPr>
          <a:xfrm>
            <a:off x="593775" y="984700"/>
            <a:ext cx="7948200" cy="22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7_1_1_1_1_1_1_1_1_1_1_1_1_1_1_1_1_2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 txBox="1"/>
          <p:nvPr>
            <p:ph type="title"/>
          </p:nvPr>
        </p:nvSpPr>
        <p:spPr>
          <a:xfrm>
            <a:off x="-2450" y="4759975"/>
            <a:ext cx="9150600" cy="383400"/>
          </a:xfrm>
          <a:prstGeom prst="rect">
            <a:avLst/>
          </a:prstGeom>
        </p:spPr>
        <p:txBody>
          <a:bodyPr anchorCtr="0" anchor="ctr" bIns="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Light"/>
              <a:buNone/>
              <a:defRPr sz="14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Light"/>
              <a:buNone/>
              <a:defRPr sz="3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Light"/>
              <a:buNone/>
              <a:defRPr sz="3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Light"/>
              <a:buNone/>
              <a:defRPr sz="3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Light"/>
              <a:buNone/>
              <a:defRPr sz="3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Light"/>
              <a:buNone/>
              <a:defRPr sz="3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Light"/>
              <a:buNone/>
              <a:defRPr sz="3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Light"/>
              <a:buNone/>
              <a:defRPr sz="3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Light"/>
              <a:buNone/>
              <a:defRPr sz="3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cxnSp>
        <p:nvCxnSpPr>
          <p:cNvPr id="94" name="Google Shape;94;p7"/>
          <p:cNvCxnSpPr/>
          <p:nvPr/>
        </p:nvCxnSpPr>
        <p:spPr>
          <a:xfrm rot="10800000">
            <a:off x="-2100" y="4759975"/>
            <a:ext cx="91482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" name="Google Shape;95;p7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96" name="Google Shape;96;p7"/>
          <p:cNvSpPr txBox="1"/>
          <p:nvPr>
            <p:ph idx="2" type="title"/>
          </p:nvPr>
        </p:nvSpPr>
        <p:spPr>
          <a:xfrm>
            <a:off x="850" y="1078988"/>
            <a:ext cx="9144000" cy="3598800"/>
          </a:xfrm>
          <a:prstGeom prst="rect">
            <a:avLst/>
          </a:prstGeom>
        </p:spPr>
        <p:txBody>
          <a:bodyPr anchorCtr="0" anchor="t" bIns="108000" lIns="252000" spcFirstLastPara="1" rIns="25200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97" name="Google Shape;97;p7"/>
          <p:cNvGrpSpPr/>
          <p:nvPr/>
        </p:nvGrpSpPr>
        <p:grpSpPr>
          <a:xfrm>
            <a:off x="1724267" y="547463"/>
            <a:ext cx="658200" cy="449397"/>
            <a:chOff x="2467317" y="547413"/>
            <a:chExt cx="658200" cy="449397"/>
          </a:xfrm>
        </p:grpSpPr>
        <p:sp>
          <p:nvSpPr>
            <p:cNvPr id="98" name="Google Shape;98;p7"/>
            <p:cNvSpPr/>
            <p:nvPr/>
          </p:nvSpPr>
          <p:spPr>
            <a:xfrm rot="5400000">
              <a:off x="2593167" y="464460"/>
              <a:ext cx="406500" cy="658200"/>
            </a:xfrm>
            <a:prstGeom prst="roundRect">
              <a:avLst>
                <a:gd fmla="val 5925" name="adj"/>
              </a:avLst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507750" y="547413"/>
              <a:ext cx="269319" cy="4322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grpSp>
        <p:nvGrpSpPr>
          <p:cNvPr id="100" name="Google Shape;100;p7"/>
          <p:cNvGrpSpPr/>
          <p:nvPr/>
        </p:nvGrpSpPr>
        <p:grpSpPr>
          <a:xfrm>
            <a:off x="981142" y="547476"/>
            <a:ext cx="658200" cy="449397"/>
            <a:chOff x="2467317" y="547413"/>
            <a:chExt cx="658200" cy="449397"/>
          </a:xfrm>
        </p:grpSpPr>
        <p:sp>
          <p:nvSpPr>
            <p:cNvPr id="101" name="Google Shape;101;p7"/>
            <p:cNvSpPr/>
            <p:nvPr/>
          </p:nvSpPr>
          <p:spPr>
            <a:xfrm rot="5400000">
              <a:off x="2593167" y="464460"/>
              <a:ext cx="406500" cy="658200"/>
            </a:xfrm>
            <a:prstGeom prst="roundRect">
              <a:avLst>
                <a:gd fmla="val 5925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102" name="Google Shape;102;p7"/>
            <p:cNvSpPr/>
            <p:nvPr/>
          </p:nvSpPr>
          <p:spPr>
            <a:xfrm>
              <a:off x="2507750" y="547413"/>
              <a:ext cx="269319" cy="4322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grpSp>
        <p:nvGrpSpPr>
          <p:cNvPr id="103" name="Google Shape;103;p7"/>
          <p:cNvGrpSpPr/>
          <p:nvPr/>
        </p:nvGrpSpPr>
        <p:grpSpPr>
          <a:xfrm>
            <a:off x="2467317" y="547413"/>
            <a:ext cx="658200" cy="449397"/>
            <a:chOff x="2467317" y="547413"/>
            <a:chExt cx="658200" cy="449397"/>
          </a:xfrm>
        </p:grpSpPr>
        <p:sp>
          <p:nvSpPr>
            <p:cNvPr id="104" name="Google Shape;104;p7"/>
            <p:cNvSpPr/>
            <p:nvPr/>
          </p:nvSpPr>
          <p:spPr>
            <a:xfrm rot="5400000">
              <a:off x="2593167" y="464460"/>
              <a:ext cx="406500" cy="658200"/>
            </a:xfrm>
            <a:prstGeom prst="roundRect">
              <a:avLst>
                <a:gd fmla="val 5925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105" name="Google Shape;105;p7"/>
            <p:cNvSpPr/>
            <p:nvPr/>
          </p:nvSpPr>
          <p:spPr>
            <a:xfrm>
              <a:off x="2507750" y="547413"/>
              <a:ext cx="269319" cy="4322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grpSp>
        <p:nvGrpSpPr>
          <p:cNvPr id="106" name="Google Shape;106;p7"/>
          <p:cNvGrpSpPr/>
          <p:nvPr/>
        </p:nvGrpSpPr>
        <p:grpSpPr>
          <a:xfrm>
            <a:off x="238017" y="549426"/>
            <a:ext cx="658200" cy="449397"/>
            <a:chOff x="2467317" y="547413"/>
            <a:chExt cx="658200" cy="449397"/>
          </a:xfrm>
        </p:grpSpPr>
        <p:sp>
          <p:nvSpPr>
            <p:cNvPr id="107" name="Google Shape;107;p7"/>
            <p:cNvSpPr/>
            <p:nvPr/>
          </p:nvSpPr>
          <p:spPr>
            <a:xfrm rot="5400000">
              <a:off x="2593167" y="464460"/>
              <a:ext cx="406500" cy="658200"/>
            </a:xfrm>
            <a:prstGeom prst="roundRect">
              <a:avLst>
                <a:gd fmla="val 5925" name="adj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108" name="Google Shape;108;p7"/>
            <p:cNvSpPr/>
            <p:nvPr/>
          </p:nvSpPr>
          <p:spPr>
            <a:xfrm>
              <a:off x="2507750" y="547413"/>
              <a:ext cx="269319" cy="4322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Sections Grey">
  <p:cSld name="BLANK_1_1_1_1_1_1_1_1">
    <p:bg>
      <p:bgPr>
        <a:solidFill>
          <a:schemeClr val="dk2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/>
          <p:nvPr>
            <p:ph idx="1" type="body"/>
          </p:nvPr>
        </p:nvSpPr>
        <p:spPr>
          <a:xfrm>
            <a:off x="172350" y="1093875"/>
            <a:ext cx="4341600" cy="1299600"/>
          </a:xfrm>
          <a:prstGeom prst="rect">
            <a:avLst/>
          </a:prstGeom>
        </p:spPr>
        <p:txBody>
          <a:bodyPr anchorCtr="0" anchor="t" bIns="180000" lIns="180000" spcFirstLastPara="1" rIns="180000" wrap="square" tIns="18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9pPr>
          </a:lstStyle>
          <a:p/>
        </p:txBody>
      </p:sp>
      <p:sp>
        <p:nvSpPr>
          <p:cNvPr id="111" name="Google Shape;111;p8"/>
          <p:cNvSpPr txBox="1"/>
          <p:nvPr>
            <p:ph idx="2" type="subTitle"/>
          </p:nvPr>
        </p:nvSpPr>
        <p:spPr>
          <a:xfrm>
            <a:off x="357425" y="2974373"/>
            <a:ext cx="2048400" cy="390600"/>
          </a:xfrm>
          <a:prstGeom prst="rect">
            <a:avLst/>
          </a:prstGeom>
        </p:spPr>
        <p:txBody>
          <a:bodyPr anchorCtr="0" anchor="t" bIns="0" lIns="180000" spcFirstLastPara="1" rIns="18000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uton Light"/>
              <a:buNone/>
              <a:defRPr sz="22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8"/>
          <p:cNvSpPr txBox="1"/>
          <p:nvPr>
            <p:ph idx="3" type="subTitle"/>
          </p:nvPr>
        </p:nvSpPr>
        <p:spPr>
          <a:xfrm>
            <a:off x="357425" y="718250"/>
            <a:ext cx="2048400" cy="378000"/>
          </a:xfrm>
          <a:prstGeom prst="rect">
            <a:avLst/>
          </a:prstGeom>
        </p:spPr>
        <p:txBody>
          <a:bodyPr anchorCtr="0" anchor="t" bIns="0" lIns="180000" spcFirstLastPara="1" rIns="18000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uton Light"/>
              <a:buNone/>
              <a:defRPr sz="22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9pPr>
          </a:lstStyle>
          <a:p/>
        </p:txBody>
      </p:sp>
      <p:sp>
        <p:nvSpPr>
          <p:cNvPr id="113" name="Google Shape;113;p8"/>
          <p:cNvSpPr txBox="1"/>
          <p:nvPr>
            <p:ph idx="4" type="body"/>
          </p:nvPr>
        </p:nvSpPr>
        <p:spPr>
          <a:xfrm>
            <a:off x="172350" y="3362406"/>
            <a:ext cx="4341600" cy="1299600"/>
          </a:xfrm>
          <a:prstGeom prst="rect">
            <a:avLst/>
          </a:prstGeom>
        </p:spPr>
        <p:txBody>
          <a:bodyPr anchorCtr="0" anchor="t" bIns="180000" lIns="180000" spcFirstLastPara="1" rIns="180000" wrap="square" tIns="18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9pPr>
          </a:lstStyle>
          <a:p/>
        </p:txBody>
      </p:sp>
      <p:sp>
        <p:nvSpPr>
          <p:cNvPr id="114" name="Google Shape;114;p8"/>
          <p:cNvSpPr txBox="1"/>
          <p:nvPr>
            <p:ph idx="5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15" name="Google Shape;115;p8"/>
          <p:cNvSpPr txBox="1"/>
          <p:nvPr>
            <p:ph idx="6" type="subTitle"/>
          </p:nvPr>
        </p:nvSpPr>
        <p:spPr>
          <a:xfrm>
            <a:off x="4814750" y="717075"/>
            <a:ext cx="2048400" cy="378000"/>
          </a:xfrm>
          <a:prstGeom prst="rect">
            <a:avLst/>
          </a:prstGeom>
        </p:spPr>
        <p:txBody>
          <a:bodyPr anchorCtr="0" anchor="t" bIns="0" lIns="180000" spcFirstLastPara="1" rIns="18000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uton Light"/>
              <a:buNone/>
              <a:defRPr sz="22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9pPr>
          </a:lstStyle>
          <a:p/>
        </p:txBody>
      </p:sp>
      <p:sp>
        <p:nvSpPr>
          <p:cNvPr id="116" name="Google Shape;116;p8"/>
          <p:cNvSpPr txBox="1"/>
          <p:nvPr>
            <p:ph idx="7" type="body"/>
          </p:nvPr>
        </p:nvSpPr>
        <p:spPr>
          <a:xfrm>
            <a:off x="4629675" y="1092700"/>
            <a:ext cx="4341600" cy="1299600"/>
          </a:xfrm>
          <a:prstGeom prst="rect">
            <a:avLst/>
          </a:prstGeom>
        </p:spPr>
        <p:txBody>
          <a:bodyPr anchorCtr="0" anchor="t" bIns="180000" lIns="180000" spcFirstLastPara="1" rIns="180000" wrap="square" tIns="18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9pPr>
          </a:lstStyle>
          <a:p/>
        </p:txBody>
      </p:sp>
      <p:sp>
        <p:nvSpPr>
          <p:cNvPr id="117" name="Google Shape;117;p8"/>
          <p:cNvSpPr txBox="1"/>
          <p:nvPr>
            <p:ph idx="8" type="subTitle"/>
          </p:nvPr>
        </p:nvSpPr>
        <p:spPr>
          <a:xfrm>
            <a:off x="4814750" y="3003375"/>
            <a:ext cx="2048400" cy="378000"/>
          </a:xfrm>
          <a:prstGeom prst="rect">
            <a:avLst/>
          </a:prstGeom>
        </p:spPr>
        <p:txBody>
          <a:bodyPr anchorCtr="0" anchor="t" bIns="0" lIns="180000" spcFirstLastPara="1" rIns="18000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uton Light"/>
              <a:buNone/>
              <a:defRPr sz="22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8"/>
          <p:cNvSpPr txBox="1"/>
          <p:nvPr>
            <p:ph idx="9" type="body"/>
          </p:nvPr>
        </p:nvSpPr>
        <p:spPr>
          <a:xfrm>
            <a:off x="4629675" y="3379000"/>
            <a:ext cx="4341600" cy="1299600"/>
          </a:xfrm>
          <a:prstGeom prst="rect">
            <a:avLst/>
          </a:prstGeom>
        </p:spPr>
        <p:txBody>
          <a:bodyPr anchorCtr="0" anchor="t" bIns="180000" lIns="180000" spcFirstLastPara="1" rIns="180000" wrap="square" tIns="18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Data folders">
  <p:cSld name="CUSTOM_7_1_1_1_1_1_1_1_1_1_1_1_1_1_1_1_1_3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9"/>
          <p:cNvSpPr txBox="1"/>
          <p:nvPr>
            <p:ph type="title"/>
          </p:nvPr>
        </p:nvSpPr>
        <p:spPr>
          <a:xfrm>
            <a:off x="193900" y="1429900"/>
            <a:ext cx="2156700" cy="2670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9pPr>
          </a:lstStyle>
          <a:p/>
        </p:txBody>
      </p:sp>
      <p:sp>
        <p:nvSpPr>
          <p:cNvPr id="121" name="Google Shape;121;p9"/>
          <p:cNvSpPr txBox="1"/>
          <p:nvPr>
            <p:ph idx="2" type="title"/>
          </p:nvPr>
        </p:nvSpPr>
        <p:spPr>
          <a:xfrm>
            <a:off x="193900" y="1769325"/>
            <a:ext cx="2156700" cy="267000"/>
          </a:xfrm>
          <a:prstGeom prst="rect">
            <a:avLst/>
          </a:prstGeom>
        </p:spPr>
        <p:txBody>
          <a:bodyPr anchorCtr="0" anchor="t" bIns="9000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22" name="Google Shape;122;p9"/>
          <p:cNvSpPr txBox="1"/>
          <p:nvPr>
            <p:ph idx="3" type="title"/>
          </p:nvPr>
        </p:nvSpPr>
        <p:spPr>
          <a:xfrm>
            <a:off x="2391238" y="1429900"/>
            <a:ext cx="2156700" cy="2670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9pPr>
          </a:lstStyle>
          <a:p/>
        </p:txBody>
      </p:sp>
      <p:sp>
        <p:nvSpPr>
          <p:cNvPr id="123" name="Google Shape;123;p9"/>
          <p:cNvSpPr txBox="1"/>
          <p:nvPr>
            <p:ph idx="4" type="title"/>
          </p:nvPr>
        </p:nvSpPr>
        <p:spPr>
          <a:xfrm>
            <a:off x="2391238" y="1769325"/>
            <a:ext cx="2156700" cy="267000"/>
          </a:xfrm>
          <a:prstGeom prst="rect">
            <a:avLst/>
          </a:prstGeom>
        </p:spPr>
        <p:txBody>
          <a:bodyPr anchorCtr="0" anchor="t" bIns="9000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24" name="Google Shape;124;p9"/>
          <p:cNvSpPr txBox="1"/>
          <p:nvPr>
            <p:ph idx="5" type="title"/>
          </p:nvPr>
        </p:nvSpPr>
        <p:spPr>
          <a:xfrm>
            <a:off x="4590375" y="1429900"/>
            <a:ext cx="2156700" cy="2670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9pPr>
          </a:lstStyle>
          <a:p/>
        </p:txBody>
      </p:sp>
      <p:sp>
        <p:nvSpPr>
          <p:cNvPr id="125" name="Google Shape;125;p9"/>
          <p:cNvSpPr txBox="1"/>
          <p:nvPr>
            <p:ph idx="6" type="title"/>
          </p:nvPr>
        </p:nvSpPr>
        <p:spPr>
          <a:xfrm>
            <a:off x="4590375" y="1769325"/>
            <a:ext cx="2156700" cy="267000"/>
          </a:xfrm>
          <a:prstGeom prst="rect">
            <a:avLst/>
          </a:prstGeom>
        </p:spPr>
        <p:txBody>
          <a:bodyPr anchorCtr="0" anchor="t" bIns="9000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26" name="Google Shape;126;p9"/>
          <p:cNvSpPr txBox="1"/>
          <p:nvPr>
            <p:ph idx="7" type="title"/>
          </p:nvPr>
        </p:nvSpPr>
        <p:spPr>
          <a:xfrm>
            <a:off x="6788925" y="1429900"/>
            <a:ext cx="2156700" cy="2670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9pPr>
          </a:lstStyle>
          <a:p/>
        </p:txBody>
      </p:sp>
      <p:sp>
        <p:nvSpPr>
          <p:cNvPr id="127" name="Google Shape;127;p9"/>
          <p:cNvSpPr txBox="1"/>
          <p:nvPr>
            <p:ph idx="8" type="title"/>
          </p:nvPr>
        </p:nvSpPr>
        <p:spPr>
          <a:xfrm>
            <a:off x="6788925" y="1769325"/>
            <a:ext cx="2156700" cy="267000"/>
          </a:xfrm>
          <a:prstGeom prst="rect">
            <a:avLst/>
          </a:prstGeom>
        </p:spPr>
        <p:txBody>
          <a:bodyPr anchorCtr="0" anchor="t" bIns="9000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28" name="Google Shape;128;p9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29" name="Google Shape;129;p9"/>
          <p:cNvSpPr txBox="1"/>
          <p:nvPr>
            <p:ph idx="9" type="body"/>
          </p:nvPr>
        </p:nvSpPr>
        <p:spPr>
          <a:xfrm>
            <a:off x="192900" y="2164400"/>
            <a:ext cx="2156700" cy="18303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30" name="Google Shape;130;p9"/>
          <p:cNvSpPr txBox="1"/>
          <p:nvPr>
            <p:ph idx="13" type="body"/>
          </p:nvPr>
        </p:nvSpPr>
        <p:spPr>
          <a:xfrm>
            <a:off x="2391200" y="2164400"/>
            <a:ext cx="2156700" cy="18303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31" name="Google Shape;131;p9"/>
          <p:cNvSpPr txBox="1"/>
          <p:nvPr>
            <p:ph idx="14" type="body"/>
          </p:nvPr>
        </p:nvSpPr>
        <p:spPr>
          <a:xfrm>
            <a:off x="4590600" y="2164400"/>
            <a:ext cx="2156700" cy="18303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32" name="Google Shape;132;p9"/>
          <p:cNvSpPr txBox="1"/>
          <p:nvPr>
            <p:ph idx="15" type="body"/>
          </p:nvPr>
        </p:nvSpPr>
        <p:spPr>
          <a:xfrm>
            <a:off x="6788900" y="2164400"/>
            <a:ext cx="2156700" cy="18303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Data Folders">
  <p:cSld name="CUSTOM_7_1_1_1_1_1_1_1_1_1_1_1_1_1_1_1_1_4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0"/>
          <p:cNvSpPr txBox="1"/>
          <p:nvPr>
            <p:ph type="title"/>
          </p:nvPr>
        </p:nvSpPr>
        <p:spPr>
          <a:xfrm>
            <a:off x="193900" y="795678"/>
            <a:ext cx="2856900" cy="267000"/>
          </a:xfrm>
          <a:prstGeom prst="rect">
            <a:avLst/>
          </a:prstGeom>
        </p:spPr>
        <p:txBody>
          <a:bodyPr anchorCtr="0" anchor="t" bIns="0" lIns="180000" spcFirstLastPara="1" rIns="18000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9pPr>
          </a:lstStyle>
          <a:p/>
        </p:txBody>
      </p:sp>
      <p:sp>
        <p:nvSpPr>
          <p:cNvPr id="135" name="Google Shape;135;p10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36" name="Google Shape;136;p10"/>
          <p:cNvSpPr txBox="1"/>
          <p:nvPr>
            <p:ph idx="2" type="title"/>
          </p:nvPr>
        </p:nvSpPr>
        <p:spPr>
          <a:xfrm>
            <a:off x="3141175" y="795678"/>
            <a:ext cx="2856900" cy="267000"/>
          </a:xfrm>
          <a:prstGeom prst="rect">
            <a:avLst/>
          </a:prstGeom>
        </p:spPr>
        <p:txBody>
          <a:bodyPr anchorCtr="0" anchor="t" bIns="0" lIns="180000" spcFirstLastPara="1" rIns="18000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9pPr>
          </a:lstStyle>
          <a:p/>
        </p:txBody>
      </p:sp>
      <p:sp>
        <p:nvSpPr>
          <p:cNvPr id="137" name="Google Shape;137;p10"/>
          <p:cNvSpPr txBox="1"/>
          <p:nvPr>
            <p:ph idx="3" type="title"/>
          </p:nvPr>
        </p:nvSpPr>
        <p:spPr>
          <a:xfrm>
            <a:off x="6088450" y="795678"/>
            <a:ext cx="2856900" cy="267000"/>
          </a:xfrm>
          <a:prstGeom prst="rect">
            <a:avLst/>
          </a:prstGeom>
        </p:spPr>
        <p:txBody>
          <a:bodyPr anchorCtr="0" anchor="t" bIns="0" lIns="180000" spcFirstLastPara="1" rIns="18000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9pPr>
          </a:lstStyle>
          <a:p/>
        </p:txBody>
      </p:sp>
      <p:sp>
        <p:nvSpPr>
          <p:cNvPr id="138" name="Google Shape;138;p10"/>
          <p:cNvSpPr txBox="1"/>
          <p:nvPr>
            <p:ph idx="4" type="body"/>
          </p:nvPr>
        </p:nvSpPr>
        <p:spPr>
          <a:xfrm>
            <a:off x="194075" y="1414925"/>
            <a:ext cx="2856900" cy="3548700"/>
          </a:xfrm>
          <a:prstGeom prst="rect">
            <a:avLst/>
          </a:prstGeom>
        </p:spPr>
        <p:txBody>
          <a:bodyPr anchorCtr="0" anchor="t" bIns="180000" lIns="180000" spcFirstLastPara="1" rIns="180000" wrap="square" tIns="27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39" name="Google Shape;139;p10"/>
          <p:cNvSpPr txBox="1"/>
          <p:nvPr>
            <p:ph idx="5" type="body"/>
          </p:nvPr>
        </p:nvSpPr>
        <p:spPr>
          <a:xfrm>
            <a:off x="3140525" y="1414925"/>
            <a:ext cx="2856900" cy="3548700"/>
          </a:xfrm>
          <a:prstGeom prst="rect">
            <a:avLst/>
          </a:prstGeom>
        </p:spPr>
        <p:txBody>
          <a:bodyPr anchorCtr="0" anchor="t" bIns="180000" lIns="180000" spcFirstLastPara="1" rIns="180000" wrap="square" tIns="27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40" name="Google Shape;140;p10"/>
          <p:cNvSpPr txBox="1"/>
          <p:nvPr>
            <p:ph idx="6" type="body"/>
          </p:nvPr>
        </p:nvSpPr>
        <p:spPr>
          <a:xfrm>
            <a:off x="6086975" y="1414925"/>
            <a:ext cx="2856900" cy="3548700"/>
          </a:xfrm>
          <a:prstGeom prst="rect">
            <a:avLst/>
          </a:prstGeom>
        </p:spPr>
        <p:txBody>
          <a:bodyPr anchorCtr="0" anchor="t" bIns="180000" lIns="180000" spcFirstLastPara="1" rIns="180000" wrap="square" tIns="27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">
  <p:cSld name="CUSTOM_7_1_1_1_1_1_1_1_1_1_1_1_1_1_1_1_1_5_2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1"/>
          <p:cNvSpPr txBox="1"/>
          <p:nvPr>
            <p:ph type="title"/>
          </p:nvPr>
        </p:nvSpPr>
        <p:spPr>
          <a:xfrm>
            <a:off x="226000" y="562150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43" name="Google Shape;143;p11"/>
          <p:cNvSpPr txBox="1"/>
          <p:nvPr>
            <p:ph idx="2" type="title"/>
          </p:nvPr>
        </p:nvSpPr>
        <p:spPr>
          <a:xfrm>
            <a:off x="3325125" y="562150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44" name="Google Shape;144;p11"/>
          <p:cNvSpPr txBox="1"/>
          <p:nvPr>
            <p:ph idx="3" type="title"/>
          </p:nvPr>
        </p:nvSpPr>
        <p:spPr>
          <a:xfrm>
            <a:off x="227250" y="1277200"/>
            <a:ext cx="2282700" cy="65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45" name="Google Shape;145;p11"/>
          <p:cNvSpPr txBox="1"/>
          <p:nvPr>
            <p:ph idx="4" type="title"/>
          </p:nvPr>
        </p:nvSpPr>
        <p:spPr>
          <a:xfrm>
            <a:off x="3324478" y="1277200"/>
            <a:ext cx="2280900" cy="65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46" name="Google Shape;146;p11"/>
          <p:cNvSpPr txBox="1"/>
          <p:nvPr>
            <p:ph idx="5" type="title"/>
          </p:nvPr>
        </p:nvSpPr>
        <p:spPr>
          <a:xfrm>
            <a:off x="6421152" y="1277200"/>
            <a:ext cx="2279100" cy="65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47" name="Google Shape;147;p11"/>
          <p:cNvSpPr txBox="1"/>
          <p:nvPr>
            <p:ph idx="6" type="title"/>
          </p:nvPr>
        </p:nvSpPr>
        <p:spPr>
          <a:xfrm>
            <a:off x="6421925" y="562150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48" name="Google Shape;148;p11"/>
          <p:cNvSpPr txBox="1"/>
          <p:nvPr>
            <p:ph idx="7" type="title"/>
          </p:nvPr>
        </p:nvSpPr>
        <p:spPr>
          <a:xfrm>
            <a:off x="226431" y="2709100"/>
            <a:ext cx="2282700" cy="65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49" name="Google Shape;149;p11"/>
          <p:cNvSpPr txBox="1"/>
          <p:nvPr>
            <p:ph idx="8" type="title"/>
          </p:nvPr>
        </p:nvSpPr>
        <p:spPr>
          <a:xfrm>
            <a:off x="6419945" y="2709108"/>
            <a:ext cx="2279100" cy="65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50" name="Google Shape;150;p11"/>
          <p:cNvSpPr txBox="1"/>
          <p:nvPr>
            <p:ph idx="9" type="title"/>
          </p:nvPr>
        </p:nvSpPr>
        <p:spPr>
          <a:xfrm>
            <a:off x="226000" y="3996225"/>
            <a:ext cx="2282700" cy="65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51" name="Google Shape;151;p11"/>
          <p:cNvSpPr txBox="1"/>
          <p:nvPr>
            <p:ph idx="13" type="title"/>
          </p:nvPr>
        </p:nvSpPr>
        <p:spPr>
          <a:xfrm>
            <a:off x="3322675" y="3996228"/>
            <a:ext cx="2280900" cy="65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52" name="Google Shape;152;p11"/>
          <p:cNvSpPr txBox="1"/>
          <p:nvPr>
            <p:ph idx="14" type="title"/>
          </p:nvPr>
        </p:nvSpPr>
        <p:spPr>
          <a:xfrm>
            <a:off x="6419350" y="3996228"/>
            <a:ext cx="2279100" cy="65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53" name="Google Shape;153;p11"/>
          <p:cNvSpPr txBox="1"/>
          <p:nvPr>
            <p:ph idx="15" type="title"/>
          </p:nvPr>
        </p:nvSpPr>
        <p:spPr>
          <a:xfrm>
            <a:off x="587225" y="562150"/>
            <a:ext cx="1219200" cy="505800"/>
          </a:xfrm>
          <a:prstGeom prst="rect">
            <a:avLst/>
          </a:prstGeom>
        </p:spPr>
        <p:txBody>
          <a:bodyPr anchorCtr="0" anchor="t" bIns="0" lIns="108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2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54" name="Google Shape;154;p11"/>
          <p:cNvSpPr txBox="1"/>
          <p:nvPr>
            <p:ph idx="16" type="title"/>
          </p:nvPr>
        </p:nvSpPr>
        <p:spPr>
          <a:xfrm>
            <a:off x="3684488" y="562150"/>
            <a:ext cx="1219200" cy="505800"/>
          </a:xfrm>
          <a:prstGeom prst="rect">
            <a:avLst/>
          </a:prstGeom>
        </p:spPr>
        <p:txBody>
          <a:bodyPr anchorCtr="0" anchor="t" bIns="0" lIns="108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2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55" name="Google Shape;155;p11"/>
          <p:cNvSpPr txBox="1"/>
          <p:nvPr>
            <p:ph idx="17" type="title"/>
          </p:nvPr>
        </p:nvSpPr>
        <p:spPr>
          <a:xfrm>
            <a:off x="6781463" y="562150"/>
            <a:ext cx="1219200" cy="505800"/>
          </a:xfrm>
          <a:prstGeom prst="rect">
            <a:avLst/>
          </a:prstGeom>
        </p:spPr>
        <p:txBody>
          <a:bodyPr anchorCtr="0" anchor="t" bIns="0" lIns="108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2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56" name="Google Shape;156;p11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57" name="Google Shape;157;p11"/>
          <p:cNvSpPr txBox="1"/>
          <p:nvPr>
            <p:ph idx="18" type="body"/>
          </p:nvPr>
        </p:nvSpPr>
        <p:spPr>
          <a:xfrm>
            <a:off x="226150" y="4230400"/>
            <a:ext cx="2282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58" name="Google Shape;158;p11"/>
          <p:cNvSpPr txBox="1"/>
          <p:nvPr>
            <p:ph idx="19" type="body"/>
          </p:nvPr>
        </p:nvSpPr>
        <p:spPr>
          <a:xfrm>
            <a:off x="3321928" y="4230402"/>
            <a:ext cx="2282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59" name="Google Shape;159;p11"/>
          <p:cNvSpPr txBox="1"/>
          <p:nvPr>
            <p:ph idx="20" type="body"/>
          </p:nvPr>
        </p:nvSpPr>
        <p:spPr>
          <a:xfrm>
            <a:off x="6417703" y="4230402"/>
            <a:ext cx="2282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60" name="Google Shape;160;p11"/>
          <p:cNvSpPr txBox="1"/>
          <p:nvPr>
            <p:ph idx="21" type="title"/>
          </p:nvPr>
        </p:nvSpPr>
        <p:spPr>
          <a:xfrm>
            <a:off x="3323270" y="2709108"/>
            <a:ext cx="2280900" cy="65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61" name="Google Shape;161;p11"/>
          <p:cNvSpPr txBox="1"/>
          <p:nvPr>
            <p:ph idx="22" type="body"/>
          </p:nvPr>
        </p:nvSpPr>
        <p:spPr>
          <a:xfrm>
            <a:off x="226150" y="2943275"/>
            <a:ext cx="2282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62" name="Google Shape;162;p11"/>
          <p:cNvSpPr txBox="1"/>
          <p:nvPr>
            <p:ph idx="23" type="body"/>
          </p:nvPr>
        </p:nvSpPr>
        <p:spPr>
          <a:xfrm>
            <a:off x="3321928" y="2943282"/>
            <a:ext cx="2282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63" name="Google Shape;163;p11"/>
          <p:cNvSpPr txBox="1"/>
          <p:nvPr>
            <p:ph idx="24" type="body"/>
          </p:nvPr>
        </p:nvSpPr>
        <p:spPr>
          <a:xfrm>
            <a:off x="6417703" y="2943282"/>
            <a:ext cx="2282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64" name="Google Shape;164;p11"/>
          <p:cNvSpPr txBox="1"/>
          <p:nvPr>
            <p:ph idx="25" type="body"/>
          </p:nvPr>
        </p:nvSpPr>
        <p:spPr>
          <a:xfrm>
            <a:off x="226150" y="1511375"/>
            <a:ext cx="2282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65" name="Google Shape;165;p11"/>
          <p:cNvSpPr txBox="1"/>
          <p:nvPr>
            <p:ph idx="26" type="body"/>
          </p:nvPr>
        </p:nvSpPr>
        <p:spPr>
          <a:xfrm>
            <a:off x="3321928" y="1511374"/>
            <a:ext cx="2282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66" name="Google Shape;166;p11"/>
          <p:cNvSpPr txBox="1"/>
          <p:nvPr>
            <p:ph idx="27" type="body"/>
          </p:nvPr>
        </p:nvSpPr>
        <p:spPr>
          <a:xfrm>
            <a:off x="6417703" y="1511374"/>
            <a:ext cx="2282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and image ">
  <p:cSld name="CUSTOM_7_1_1_1_1_1_1_1_1_1_1_1_1_1_1_1_1_5_1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2"/>
          <p:cNvSpPr txBox="1"/>
          <p:nvPr>
            <p:ph type="title"/>
          </p:nvPr>
        </p:nvSpPr>
        <p:spPr>
          <a:xfrm>
            <a:off x="2005725" y="562150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69" name="Google Shape;169;p12"/>
          <p:cNvSpPr txBox="1"/>
          <p:nvPr>
            <p:ph idx="2" type="title"/>
          </p:nvPr>
        </p:nvSpPr>
        <p:spPr>
          <a:xfrm>
            <a:off x="3783250" y="562150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70" name="Google Shape;170;p12"/>
          <p:cNvSpPr txBox="1"/>
          <p:nvPr>
            <p:ph idx="3" type="title"/>
          </p:nvPr>
        </p:nvSpPr>
        <p:spPr>
          <a:xfrm>
            <a:off x="5560500" y="562150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71" name="Google Shape;171;p12"/>
          <p:cNvSpPr txBox="1"/>
          <p:nvPr>
            <p:ph idx="4" type="title"/>
          </p:nvPr>
        </p:nvSpPr>
        <p:spPr>
          <a:xfrm>
            <a:off x="7337750" y="562150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72" name="Google Shape;172;p12"/>
          <p:cNvSpPr txBox="1"/>
          <p:nvPr>
            <p:ph idx="5" type="title"/>
          </p:nvPr>
        </p:nvSpPr>
        <p:spPr>
          <a:xfrm>
            <a:off x="226000" y="562150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73" name="Google Shape;173;p12"/>
          <p:cNvSpPr txBox="1"/>
          <p:nvPr>
            <p:ph idx="6" type="title"/>
          </p:nvPr>
        </p:nvSpPr>
        <p:spPr>
          <a:xfrm>
            <a:off x="227250" y="1277192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74" name="Google Shape;174;p12"/>
          <p:cNvSpPr txBox="1"/>
          <p:nvPr>
            <p:ph idx="7" type="title"/>
          </p:nvPr>
        </p:nvSpPr>
        <p:spPr>
          <a:xfrm>
            <a:off x="2004525" y="1277192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75" name="Google Shape;175;p12"/>
          <p:cNvSpPr txBox="1"/>
          <p:nvPr>
            <p:ph idx="8" type="title"/>
          </p:nvPr>
        </p:nvSpPr>
        <p:spPr>
          <a:xfrm>
            <a:off x="3781925" y="1277192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76" name="Google Shape;176;p12"/>
          <p:cNvSpPr txBox="1"/>
          <p:nvPr>
            <p:ph idx="9" type="title"/>
          </p:nvPr>
        </p:nvSpPr>
        <p:spPr>
          <a:xfrm>
            <a:off x="5559300" y="1277192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77" name="Google Shape;177;p12"/>
          <p:cNvSpPr txBox="1"/>
          <p:nvPr>
            <p:ph idx="13" type="title"/>
          </p:nvPr>
        </p:nvSpPr>
        <p:spPr>
          <a:xfrm>
            <a:off x="7337425" y="1277192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78" name="Google Shape;178;p12"/>
          <p:cNvSpPr txBox="1"/>
          <p:nvPr>
            <p:ph idx="14" type="title"/>
          </p:nvPr>
        </p:nvSpPr>
        <p:spPr>
          <a:xfrm>
            <a:off x="226425" y="2709100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79" name="Google Shape;179;p12"/>
          <p:cNvSpPr txBox="1"/>
          <p:nvPr>
            <p:ph idx="15" type="title"/>
          </p:nvPr>
        </p:nvSpPr>
        <p:spPr>
          <a:xfrm>
            <a:off x="2003700" y="2709100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80" name="Google Shape;180;p12"/>
          <p:cNvSpPr txBox="1"/>
          <p:nvPr>
            <p:ph idx="16" type="title"/>
          </p:nvPr>
        </p:nvSpPr>
        <p:spPr>
          <a:xfrm>
            <a:off x="3781100" y="2709100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81" name="Google Shape;181;p12"/>
          <p:cNvSpPr txBox="1"/>
          <p:nvPr>
            <p:ph idx="17" type="title"/>
          </p:nvPr>
        </p:nvSpPr>
        <p:spPr>
          <a:xfrm>
            <a:off x="5558475" y="2709100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82" name="Google Shape;182;p12"/>
          <p:cNvSpPr txBox="1"/>
          <p:nvPr>
            <p:ph idx="18" type="title"/>
          </p:nvPr>
        </p:nvSpPr>
        <p:spPr>
          <a:xfrm>
            <a:off x="7336600" y="2709100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83" name="Google Shape;183;p12"/>
          <p:cNvSpPr txBox="1"/>
          <p:nvPr>
            <p:ph idx="19" type="title"/>
          </p:nvPr>
        </p:nvSpPr>
        <p:spPr>
          <a:xfrm>
            <a:off x="587225" y="562150"/>
            <a:ext cx="1219200" cy="505800"/>
          </a:xfrm>
          <a:prstGeom prst="rect">
            <a:avLst/>
          </a:prstGeom>
        </p:spPr>
        <p:txBody>
          <a:bodyPr anchorCtr="0" anchor="t" bIns="0" lIns="108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2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84" name="Google Shape;184;p12"/>
          <p:cNvSpPr txBox="1"/>
          <p:nvPr>
            <p:ph idx="20" type="title"/>
          </p:nvPr>
        </p:nvSpPr>
        <p:spPr>
          <a:xfrm>
            <a:off x="2365088" y="562150"/>
            <a:ext cx="1219200" cy="505800"/>
          </a:xfrm>
          <a:prstGeom prst="rect">
            <a:avLst/>
          </a:prstGeom>
        </p:spPr>
        <p:txBody>
          <a:bodyPr anchorCtr="0" anchor="t" bIns="0" lIns="108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2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85" name="Google Shape;185;p12"/>
          <p:cNvSpPr txBox="1"/>
          <p:nvPr>
            <p:ph idx="21" type="title"/>
          </p:nvPr>
        </p:nvSpPr>
        <p:spPr>
          <a:xfrm>
            <a:off x="4142788" y="562150"/>
            <a:ext cx="1219200" cy="505800"/>
          </a:xfrm>
          <a:prstGeom prst="rect">
            <a:avLst/>
          </a:prstGeom>
        </p:spPr>
        <p:txBody>
          <a:bodyPr anchorCtr="0" anchor="t" bIns="0" lIns="108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2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86" name="Google Shape;186;p12"/>
          <p:cNvSpPr txBox="1"/>
          <p:nvPr>
            <p:ph idx="22" type="title"/>
          </p:nvPr>
        </p:nvSpPr>
        <p:spPr>
          <a:xfrm>
            <a:off x="5921000" y="562150"/>
            <a:ext cx="1219200" cy="505800"/>
          </a:xfrm>
          <a:prstGeom prst="rect">
            <a:avLst/>
          </a:prstGeom>
        </p:spPr>
        <p:txBody>
          <a:bodyPr anchorCtr="0" anchor="t" bIns="0" lIns="108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2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87" name="Google Shape;187;p12"/>
          <p:cNvSpPr txBox="1"/>
          <p:nvPr>
            <p:ph idx="23" type="title"/>
          </p:nvPr>
        </p:nvSpPr>
        <p:spPr>
          <a:xfrm>
            <a:off x="7699213" y="562150"/>
            <a:ext cx="1219200" cy="505800"/>
          </a:xfrm>
          <a:prstGeom prst="rect">
            <a:avLst/>
          </a:prstGeom>
        </p:spPr>
        <p:txBody>
          <a:bodyPr anchorCtr="0" anchor="t" bIns="0" lIns="108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2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88" name="Google Shape;188;p12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89" name="Google Shape;189;p12"/>
          <p:cNvSpPr/>
          <p:nvPr>
            <p:ph idx="24" type="pic"/>
          </p:nvPr>
        </p:nvSpPr>
        <p:spPr>
          <a:xfrm>
            <a:off x="229025" y="3718641"/>
            <a:ext cx="1580400" cy="1249200"/>
          </a:xfrm>
          <a:prstGeom prst="roundRect">
            <a:avLst>
              <a:gd fmla="val 10359" name="adj"/>
            </a:avLst>
          </a:prstGeom>
          <a:noFill/>
          <a:ln>
            <a:noFill/>
          </a:ln>
        </p:spPr>
      </p:sp>
      <p:sp>
        <p:nvSpPr>
          <p:cNvPr id="190" name="Google Shape;190;p12"/>
          <p:cNvSpPr/>
          <p:nvPr>
            <p:ph idx="25" type="pic"/>
          </p:nvPr>
        </p:nvSpPr>
        <p:spPr>
          <a:xfrm>
            <a:off x="2005675" y="3718641"/>
            <a:ext cx="1580400" cy="1249200"/>
          </a:xfrm>
          <a:prstGeom prst="roundRect">
            <a:avLst>
              <a:gd fmla="val 10359" name="adj"/>
            </a:avLst>
          </a:prstGeom>
          <a:noFill/>
          <a:ln>
            <a:noFill/>
          </a:ln>
        </p:spPr>
      </p:sp>
      <p:sp>
        <p:nvSpPr>
          <p:cNvPr id="191" name="Google Shape;191;p12"/>
          <p:cNvSpPr/>
          <p:nvPr>
            <p:ph idx="26" type="pic"/>
          </p:nvPr>
        </p:nvSpPr>
        <p:spPr>
          <a:xfrm>
            <a:off x="3784263" y="3718641"/>
            <a:ext cx="1580400" cy="1249200"/>
          </a:xfrm>
          <a:prstGeom prst="roundRect">
            <a:avLst>
              <a:gd fmla="val 10359" name="adj"/>
            </a:avLst>
          </a:prstGeom>
          <a:noFill/>
          <a:ln>
            <a:noFill/>
          </a:ln>
        </p:spPr>
      </p:sp>
      <p:sp>
        <p:nvSpPr>
          <p:cNvPr id="192" name="Google Shape;192;p12"/>
          <p:cNvSpPr/>
          <p:nvPr>
            <p:ph idx="27" type="pic"/>
          </p:nvPr>
        </p:nvSpPr>
        <p:spPr>
          <a:xfrm>
            <a:off x="5560913" y="3718641"/>
            <a:ext cx="1580400" cy="1249200"/>
          </a:xfrm>
          <a:prstGeom prst="roundRect">
            <a:avLst>
              <a:gd fmla="val 10359" name="adj"/>
            </a:avLst>
          </a:prstGeom>
          <a:noFill/>
          <a:ln>
            <a:noFill/>
          </a:ln>
        </p:spPr>
      </p:sp>
      <p:sp>
        <p:nvSpPr>
          <p:cNvPr id="193" name="Google Shape;193;p12"/>
          <p:cNvSpPr/>
          <p:nvPr>
            <p:ph idx="28" type="pic"/>
          </p:nvPr>
        </p:nvSpPr>
        <p:spPr>
          <a:xfrm>
            <a:off x="7337563" y="3718641"/>
            <a:ext cx="1580400" cy="1249200"/>
          </a:xfrm>
          <a:prstGeom prst="roundRect">
            <a:avLst>
              <a:gd fmla="val 10359" name="adj"/>
            </a:avLst>
          </a:prstGeom>
          <a:noFill/>
          <a:ln>
            <a:noFill/>
          </a:ln>
        </p:spPr>
      </p:sp>
      <p:sp>
        <p:nvSpPr>
          <p:cNvPr id="194" name="Google Shape;194;p12"/>
          <p:cNvSpPr txBox="1"/>
          <p:nvPr>
            <p:ph idx="29" type="body"/>
          </p:nvPr>
        </p:nvSpPr>
        <p:spPr>
          <a:xfrm>
            <a:off x="7337076" y="2943275"/>
            <a:ext cx="1580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95" name="Google Shape;195;p12"/>
          <p:cNvSpPr txBox="1"/>
          <p:nvPr>
            <p:ph idx="30" type="body"/>
          </p:nvPr>
        </p:nvSpPr>
        <p:spPr>
          <a:xfrm>
            <a:off x="5559688" y="2943275"/>
            <a:ext cx="1580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96" name="Google Shape;196;p12"/>
          <p:cNvSpPr txBox="1"/>
          <p:nvPr>
            <p:ph idx="31" type="body"/>
          </p:nvPr>
        </p:nvSpPr>
        <p:spPr>
          <a:xfrm>
            <a:off x="3782188" y="2943275"/>
            <a:ext cx="1580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97" name="Google Shape;197;p12"/>
          <p:cNvSpPr txBox="1"/>
          <p:nvPr>
            <p:ph idx="32" type="body"/>
          </p:nvPr>
        </p:nvSpPr>
        <p:spPr>
          <a:xfrm>
            <a:off x="2005163" y="2943275"/>
            <a:ext cx="1580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98" name="Google Shape;198;p12"/>
          <p:cNvSpPr txBox="1"/>
          <p:nvPr>
            <p:ph idx="33" type="body"/>
          </p:nvPr>
        </p:nvSpPr>
        <p:spPr>
          <a:xfrm>
            <a:off x="226738" y="2943275"/>
            <a:ext cx="1580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99" name="Google Shape;199;p12"/>
          <p:cNvSpPr txBox="1"/>
          <p:nvPr>
            <p:ph idx="34" type="body"/>
          </p:nvPr>
        </p:nvSpPr>
        <p:spPr>
          <a:xfrm>
            <a:off x="7339448" y="1511381"/>
            <a:ext cx="1580400" cy="971100"/>
          </a:xfrm>
          <a:prstGeom prst="rect">
            <a:avLst/>
          </a:prstGeom>
        </p:spPr>
        <p:txBody>
          <a:bodyPr anchorCtr="0" anchor="t" bIns="5400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00" name="Google Shape;200;p12"/>
          <p:cNvSpPr txBox="1"/>
          <p:nvPr>
            <p:ph idx="35" type="body"/>
          </p:nvPr>
        </p:nvSpPr>
        <p:spPr>
          <a:xfrm>
            <a:off x="5562058" y="1511381"/>
            <a:ext cx="1580400" cy="971100"/>
          </a:xfrm>
          <a:prstGeom prst="rect">
            <a:avLst/>
          </a:prstGeom>
        </p:spPr>
        <p:txBody>
          <a:bodyPr anchorCtr="0" anchor="t" bIns="5400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01" name="Google Shape;201;p12"/>
          <p:cNvSpPr txBox="1"/>
          <p:nvPr>
            <p:ph idx="36" type="body"/>
          </p:nvPr>
        </p:nvSpPr>
        <p:spPr>
          <a:xfrm>
            <a:off x="3784555" y="1511381"/>
            <a:ext cx="1580400" cy="971100"/>
          </a:xfrm>
          <a:prstGeom prst="rect">
            <a:avLst/>
          </a:prstGeom>
        </p:spPr>
        <p:txBody>
          <a:bodyPr anchorCtr="0" anchor="t" bIns="5400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02" name="Google Shape;202;p12"/>
          <p:cNvSpPr txBox="1"/>
          <p:nvPr>
            <p:ph idx="37" type="body"/>
          </p:nvPr>
        </p:nvSpPr>
        <p:spPr>
          <a:xfrm>
            <a:off x="2007528" y="1511381"/>
            <a:ext cx="1580400" cy="971100"/>
          </a:xfrm>
          <a:prstGeom prst="rect">
            <a:avLst/>
          </a:prstGeom>
        </p:spPr>
        <p:txBody>
          <a:bodyPr anchorCtr="0" anchor="t" bIns="5400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03" name="Google Shape;203;p12"/>
          <p:cNvSpPr txBox="1"/>
          <p:nvPr>
            <p:ph idx="38" type="body"/>
          </p:nvPr>
        </p:nvSpPr>
        <p:spPr>
          <a:xfrm>
            <a:off x="229100" y="1511381"/>
            <a:ext cx="1580400" cy="971100"/>
          </a:xfrm>
          <a:prstGeom prst="rect">
            <a:avLst/>
          </a:prstGeom>
        </p:spPr>
        <p:txBody>
          <a:bodyPr anchorCtr="0" anchor="t" bIns="5400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and folder background">
  <p:cSld name="CUSTOM_1_1_1"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3"/>
          <p:cNvSpPr/>
          <p:nvPr/>
        </p:nvSpPr>
        <p:spPr>
          <a:xfrm>
            <a:off x="-2450" y="486600"/>
            <a:ext cx="9144000" cy="4656900"/>
          </a:xfrm>
          <a:prstGeom prst="roundRect">
            <a:avLst>
              <a:gd fmla="val 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206" name="Google Shape;206;p13"/>
          <p:cNvSpPr txBox="1"/>
          <p:nvPr>
            <p:ph type="title"/>
          </p:nvPr>
        </p:nvSpPr>
        <p:spPr>
          <a:xfrm>
            <a:off x="4228867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207" name="Google Shape;207;p13"/>
          <p:cNvSpPr txBox="1"/>
          <p:nvPr>
            <p:ph idx="2"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208" name="Google Shape;208;p13"/>
          <p:cNvSpPr txBox="1"/>
          <p:nvPr>
            <p:ph idx="3" type="title"/>
          </p:nvPr>
        </p:nvSpPr>
        <p:spPr>
          <a:xfrm>
            <a:off x="1314610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209" name="Google Shape;209;p13"/>
          <p:cNvSpPr txBox="1"/>
          <p:nvPr>
            <p:ph idx="4" type="title"/>
          </p:nvPr>
        </p:nvSpPr>
        <p:spPr>
          <a:xfrm>
            <a:off x="2777959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210" name="Google Shape;210;p13"/>
          <p:cNvSpPr txBox="1"/>
          <p:nvPr>
            <p:ph idx="5" type="title"/>
          </p:nvPr>
        </p:nvSpPr>
        <p:spPr>
          <a:xfrm>
            <a:off x="596525" y="753313"/>
            <a:ext cx="7062000" cy="6159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1" name="Google Shape;211;p13"/>
          <p:cNvSpPr txBox="1"/>
          <p:nvPr>
            <p:ph idx="1" type="subTitle"/>
          </p:nvPr>
        </p:nvSpPr>
        <p:spPr>
          <a:xfrm>
            <a:off x="1950863" y="1724125"/>
            <a:ext cx="1771200" cy="3960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None/>
              <a:defRPr b="1" sz="1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2" name="Google Shape;212;p13"/>
          <p:cNvSpPr txBox="1"/>
          <p:nvPr>
            <p:ph idx="6" type="subTitle"/>
          </p:nvPr>
        </p:nvSpPr>
        <p:spPr>
          <a:xfrm>
            <a:off x="3726825" y="1724125"/>
            <a:ext cx="1771200" cy="3960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None/>
              <a:defRPr b="1" sz="1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3" name="Google Shape;213;p13"/>
          <p:cNvSpPr txBox="1"/>
          <p:nvPr>
            <p:ph idx="7" type="subTitle"/>
          </p:nvPr>
        </p:nvSpPr>
        <p:spPr>
          <a:xfrm>
            <a:off x="5503900" y="1724125"/>
            <a:ext cx="1771200" cy="3960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None/>
              <a:defRPr b="1" sz="1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4" name="Google Shape;214;p13"/>
          <p:cNvSpPr txBox="1"/>
          <p:nvPr>
            <p:ph idx="8" type="subTitle"/>
          </p:nvPr>
        </p:nvSpPr>
        <p:spPr>
          <a:xfrm>
            <a:off x="7282625" y="1724120"/>
            <a:ext cx="1771200" cy="3960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None/>
              <a:defRPr b="1" sz="1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5" name="Google Shape;215;p13"/>
          <p:cNvSpPr txBox="1"/>
          <p:nvPr>
            <p:ph idx="9" type="subTitle"/>
          </p:nvPr>
        </p:nvSpPr>
        <p:spPr>
          <a:xfrm>
            <a:off x="337750" y="420722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216" name="Google Shape;216;p13"/>
          <p:cNvSpPr txBox="1"/>
          <p:nvPr>
            <p:ph idx="13" type="subTitle"/>
          </p:nvPr>
        </p:nvSpPr>
        <p:spPr>
          <a:xfrm>
            <a:off x="337750" y="373737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217" name="Google Shape;217;p13"/>
          <p:cNvSpPr txBox="1"/>
          <p:nvPr>
            <p:ph idx="14" type="subTitle"/>
          </p:nvPr>
        </p:nvSpPr>
        <p:spPr>
          <a:xfrm>
            <a:off x="337750" y="324777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218" name="Google Shape;218;p13"/>
          <p:cNvSpPr txBox="1"/>
          <p:nvPr>
            <p:ph idx="15" type="subTitle"/>
          </p:nvPr>
        </p:nvSpPr>
        <p:spPr>
          <a:xfrm>
            <a:off x="337750" y="275817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219" name="Google Shape;219;p13"/>
          <p:cNvSpPr txBox="1"/>
          <p:nvPr>
            <p:ph idx="16" type="subTitle"/>
          </p:nvPr>
        </p:nvSpPr>
        <p:spPr>
          <a:xfrm>
            <a:off x="337750" y="226857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220" name="Google Shape;220;p13"/>
          <p:cNvSpPr txBox="1"/>
          <p:nvPr>
            <p:ph idx="17" type="body"/>
          </p:nvPr>
        </p:nvSpPr>
        <p:spPr>
          <a:xfrm>
            <a:off x="7279013" y="42072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1" name="Google Shape;221;p13"/>
          <p:cNvSpPr txBox="1"/>
          <p:nvPr>
            <p:ph idx="18" type="body"/>
          </p:nvPr>
        </p:nvSpPr>
        <p:spPr>
          <a:xfrm>
            <a:off x="7279013" y="373647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2" name="Google Shape;222;p13"/>
          <p:cNvSpPr txBox="1"/>
          <p:nvPr>
            <p:ph idx="19" type="body"/>
          </p:nvPr>
        </p:nvSpPr>
        <p:spPr>
          <a:xfrm>
            <a:off x="7279013" y="32473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3" name="Google Shape;223;p13"/>
          <p:cNvSpPr txBox="1"/>
          <p:nvPr>
            <p:ph idx="20" type="body"/>
          </p:nvPr>
        </p:nvSpPr>
        <p:spPr>
          <a:xfrm>
            <a:off x="7279013" y="27580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4" name="Google Shape;224;p13"/>
          <p:cNvSpPr txBox="1"/>
          <p:nvPr>
            <p:ph idx="21" type="body"/>
          </p:nvPr>
        </p:nvSpPr>
        <p:spPr>
          <a:xfrm>
            <a:off x="7279013" y="22687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5" name="Google Shape;225;p13"/>
          <p:cNvSpPr txBox="1"/>
          <p:nvPr>
            <p:ph idx="22" type="body"/>
          </p:nvPr>
        </p:nvSpPr>
        <p:spPr>
          <a:xfrm>
            <a:off x="5503913" y="42072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6" name="Google Shape;226;p13"/>
          <p:cNvSpPr txBox="1"/>
          <p:nvPr>
            <p:ph idx="23" type="body"/>
          </p:nvPr>
        </p:nvSpPr>
        <p:spPr>
          <a:xfrm>
            <a:off x="5503913" y="373647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7" name="Google Shape;227;p13"/>
          <p:cNvSpPr txBox="1"/>
          <p:nvPr>
            <p:ph idx="24" type="body"/>
          </p:nvPr>
        </p:nvSpPr>
        <p:spPr>
          <a:xfrm>
            <a:off x="5503913" y="32473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8" name="Google Shape;228;p13"/>
          <p:cNvSpPr txBox="1"/>
          <p:nvPr>
            <p:ph idx="25" type="body"/>
          </p:nvPr>
        </p:nvSpPr>
        <p:spPr>
          <a:xfrm>
            <a:off x="5503913" y="27580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9" name="Google Shape;229;p13"/>
          <p:cNvSpPr txBox="1"/>
          <p:nvPr>
            <p:ph idx="26" type="body"/>
          </p:nvPr>
        </p:nvSpPr>
        <p:spPr>
          <a:xfrm>
            <a:off x="5503913" y="22687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0" name="Google Shape;230;p13"/>
          <p:cNvSpPr txBox="1"/>
          <p:nvPr>
            <p:ph idx="27" type="body"/>
          </p:nvPr>
        </p:nvSpPr>
        <p:spPr>
          <a:xfrm>
            <a:off x="3722638" y="42072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1" name="Google Shape;231;p13"/>
          <p:cNvSpPr txBox="1"/>
          <p:nvPr>
            <p:ph idx="28" type="body"/>
          </p:nvPr>
        </p:nvSpPr>
        <p:spPr>
          <a:xfrm>
            <a:off x="3722638" y="373647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2" name="Google Shape;232;p13"/>
          <p:cNvSpPr txBox="1"/>
          <p:nvPr>
            <p:ph idx="29" type="body"/>
          </p:nvPr>
        </p:nvSpPr>
        <p:spPr>
          <a:xfrm>
            <a:off x="3722638" y="32473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3" name="Google Shape;233;p13"/>
          <p:cNvSpPr txBox="1"/>
          <p:nvPr>
            <p:ph idx="30" type="body"/>
          </p:nvPr>
        </p:nvSpPr>
        <p:spPr>
          <a:xfrm>
            <a:off x="3722638" y="27580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4" name="Google Shape;234;p13"/>
          <p:cNvSpPr txBox="1"/>
          <p:nvPr>
            <p:ph idx="31" type="body"/>
          </p:nvPr>
        </p:nvSpPr>
        <p:spPr>
          <a:xfrm>
            <a:off x="3722638" y="22687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5" name="Google Shape;235;p13"/>
          <p:cNvSpPr txBox="1"/>
          <p:nvPr>
            <p:ph idx="32" type="body"/>
          </p:nvPr>
        </p:nvSpPr>
        <p:spPr>
          <a:xfrm>
            <a:off x="1941375" y="42072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6" name="Google Shape;236;p13"/>
          <p:cNvSpPr txBox="1"/>
          <p:nvPr>
            <p:ph idx="33" type="body"/>
          </p:nvPr>
        </p:nvSpPr>
        <p:spPr>
          <a:xfrm>
            <a:off x="1941375" y="373647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7" name="Google Shape;237;p13"/>
          <p:cNvSpPr txBox="1"/>
          <p:nvPr>
            <p:ph idx="34" type="body"/>
          </p:nvPr>
        </p:nvSpPr>
        <p:spPr>
          <a:xfrm>
            <a:off x="1941375" y="32473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8" name="Google Shape;238;p13"/>
          <p:cNvSpPr txBox="1"/>
          <p:nvPr>
            <p:ph idx="35" type="body"/>
          </p:nvPr>
        </p:nvSpPr>
        <p:spPr>
          <a:xfrm>
            <a:off x="1941375" y="27580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9" name="Google Shape;239;p13"/>
          <p:cNvSpPr txBox="1"/>
          <p:nvPr>
            <p:ph idx="36" type="body"/>
          </p:nvPr>
        </p:nvSpPr>
        <p:spPr>
          <a:xfrm>
            <a:off x="1941375" y="22687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and folder background 2">
  <p:cSld name="CUSTOM_1_1_1_3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4"/>
          <p:cNvSpPr/>
          <p:nvPr/>
        </p:nvSpPr>
        <p:spPr>
          <a:xfrm>
            <a:off x="-2450" y="486600"/>
            <a:ext cx="9144000" cy="4656900"/>
          </a:xfrm>
          <a:prstGeom prst="roundRect">
            <a:avLst>
              <a:gd fmla="val 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242" name="Google Shape;242;p14"/>
          <p:cNvSpPr txBox="1"/>
          <p:nvPr>
            <p:ph type="title"/>
          </p:nvPr>
        </p:nvSpPr>
        <p:spPr>
          <a:xfrm>
            <a:off x="4228867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243" name="Google Shape;243;p14"/>
          <p:cNvSpPr txBox="1"/>
          <p:nvPr>
            <p:ph idx="2"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244" name="Google Shape;244;p14"/>
          <p:cNvSpPr txBox="1"/>
          <p:nvPr>
            <p:ph idx="3" type="title"/>
          </p:nvPr>
        </p:nvSpPr>
        <p:spPr>
          <a:xfrm>
            <a:off x="1314610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245" name="Google Shape;245;p14"/>
          <p:cNvSpPr txBox="1"/>
          <p:nvPr>
            <p:ph idx="4" type="title"/>
          </p:nvPr>
        </p:nvSpPr>
        <p:spPr>
          <a:xfrm>
            <a:off x="2777959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246" name="Google Shape;246;p14"/>
          <p:cNvSpPr txBox="1"/>
          <p:nvPr>
            <p:ph idx="1" type="body"/>
          </p:nvPr>
        </p:nvSpPr>
        <p:spPr>
          <a:xfrm>
            <a:off x="7279013" y="42072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47" name="Google Shape;247;p14"/>
          <p:cNvSpPr txBox="1"/>
          <p:nvPr>
            <p:ph idx="5" type="body"/>
          </p:nvPr>
        </p:nvSpPr>
        <p:spPr>
          <a:xfrm>
            <a:off x="7279013" y="373647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48" name="Google Shape;248;p14"/>
          <p:cNvSpPr txBox="1"/>
          <p:nvPr>
            <p:ph idx="6" type="body"/>
          </p:nvPr>
        </p:nvSpPr>
        <p:spPr>
          <a:xfrm>
            <a:off x="7279013" y="32473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49" name="Google Shape;249;p14"/>
          <p:cNvSpPr txBox="1"/>
          <p:nvPr>
            <p:ph idx="7" type="body"/>
          </p:nvPr>
        </p:nvSpPr>
        <p:spPr>
          <a:xfrm>
            <a:off x="7279013" y="27580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0" name="Google Shape;250;p14"/>
          <p:cNvSpPr txBox="1"/>
          <p:nvPr>
            <p:ph idx="8" type="body"/>
          </p:nvPr>
        </p:nvSpPr>
        <p:spPr>
          <a:xfrm>
            <a:off x="7279013" y="22687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1" name="Google Shape;251;p14"/>
          <p:cNvSpPr txBox="1"/>
          <p:nvPr>
            <p:ph idx="9" type="body"/>
          </p:nvPr>
        </p:nvSpPr>
        <p:spPr>
          <a:xfrm>
            <a:off x="5503913" y="42072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2" name="Google Shape;252;p14"/>
          <p:cNvSpPr txBox="1"/>
          <p:nvPr>
            <p:ph idx="13" type="body"/>
          </p:nvPr>
        </p:nvSpPr>
        <p:spPr>
          <a:xfrm>
            <a:off x="5503913" y="373647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3" name="Google Shape;253;p14"/>
          <p:cNvSpPr txBox="1"/>
          <p:nvPr>
            <p:ph idx="14" type="body"/>
          </p:nvPr>
        </p:nvSpPr>
        <p:spPr>
          <a:xfrm>
            <a:off x="5503913" y="32473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4" name="Google Shape;254;p14"/>
          <p:cNvSpPr txBox="1"/>
          <p:nvPr>
            <p:ph idx="15" type="body"/>
          </p:nvPr>
        </p:nvSpPr>
        <p:spPr>
          <a:xfrm>
            <a:off x="5503913" y="27580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5" name="Google Shape;255;p14"/>
          <p:cNvSpPr txBox="1"/>
          <p:nvPr>
            <p:ph idx="16" type="body"/>
          </p:nvPr>
        </p:nvSpPr>
        <p:spPr>
          <a:xfrm>
            <a:off x="5503913" y="22687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6" name="Google Shape;256;p14"/>
          <p:cNvSpPr txBox="1"/>
          <p:nvPr>
            <p:ph idx="17" type="body"/>
          </p:nvPr>
        </p:nvSpPr>
        <p:spPr>
          <a:xfrm>
            <a:off x="3722638" y="42072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7" name="Google Shape;257;p14"/>
          <p:cNvSpPr txBox="1"/>
          <p:nvPr>
            <p:ph idx="18" type="body"/>
          </p:nvPr>
        </p:nvSpPr>
        <p:spPr>
          <a:xfrm>
            <a:off x="3722638" y="373647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8" name="Google Shape;258;p14"/>
          <p:cNvSpPr txBox="1"/>
          <p:nvPr>
            <p:ph idx="19" type="body"/>
          </p:nvPr>
        </p:nvSpPr>
        <p:spPr>
          <a:xfrm>
            <a:off x="3722638" y="32473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9" name="Google Shape;259;p14"/>
          <p:cNvSpPr txBox="1"/>
          <p:nvPr>
            <p:ph idx="20" type="body"/>
          </p:nvPr>
        </p:nvSpPr>
        <p:spPr>
          <a:xfrm>
            <a:off x="3722638" y="27580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60" name="Google Shape;260;p14"/>
          <p:cNvSpPr txBox="1"/>
          <p:nvPr>
            <p:ph idx="21" type="body"/>
          </p:nvPr>
        </p:nvSpPr>
        <p:spPr>
          <a:xfrm>
            <a:off x="3722638" y="22687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61" name="Google Shape;261;p14"/>
          <p:cNvSpPr txBox="1"/>
          <p:nvPr>
            <p:ph idx="22" type="body"/>
          </p:nvPr>
        </p:nvSpPr>
        <p:spPr>
          <a:xfrm>
            <a:off x="1941375" y="42072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62" name="Google Shape;262;p14"/>
          <p:cNvSpPr txBox="1"/>
          <p:nvPr>
            <p:ph idx="23" type="body"/>
          </p:nvPr>
        </p:nvSpPr>
        <p:spPr>
          <a:xfrm>
            <a:off x="1941375" y="373647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63" name="Google Shape;263;p14"/>
          <p:cNvSpPr txBox="1"/>
          <p:nvPr>
            <p:ph idx="24" type="body"/>
          </p:nvPr>
        </p:nvSpPr>
        <p:spPr>
          <a:xfrm>
            <a:off x="1941375" y="32473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64" name="Google Shape;264;p14"/>
          <p:cNvSpPr txBox="1"/>
          <p:nvPr>
            <p:ph idx="25" type="body"/>
          </p:nvPr>
        </p:nvSpPr>
        <p:spPr>
          <a:xfrm>
            <a:off x="1941375" y="27580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65" name="Google Shape;265;p14"/>
          <p:cNvSpPr txBox="1"/>
          <p:nvPr>
            <p:ph idx="26" type="body"/>
          </p:nvPr>
        </p:nvSpPr>
        <p:spPr>
          <a:xfrm>
            <a:off x="1941375" y="22687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66" name="Google Shape;266;p14"/>
          <p:cNvSpPr txBox="1"/>
          <p:nvPr>
            <p:ph idx="27" type="subTitle"/>
          </p:nvPr>
        </p:nvSpPr>
        <p:spPr>
          <a:xfrm>
            <a:off x="7282625" y="1724120"/>
            <a:ext cx="1771200" cy="3960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None/>
              <a:defRPr b="1" sz="1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14"/>
          <p:cNvSpPr txBox="1"/>
          <p:nvPr>
            <p:ph idx="28" type="subTitle"/>
          </p:nvPr>
        </p:nvSpPr>
        <p:spPr>
          <a:xfrm>
            <a:off x="337750" y="420722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9pPr>
          </a:lstStyle>
          <a:p/>
        </p:txBody>
      </p:sp>
      <p:sp>
        <p:nvSpPr>
          <p:cNvPr id="268" name="Google Shape;268;p14"/>
          <p:cNvSpPr txBox="1"/>
          <p:nvPr>
            <p:ph idx="29" type="subTitle"/>
          </p:nvPr>
        </p:nvSpPr>
        <p:spPr>
          <a:xfrm>
            <a:off x="337750" y="373737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9pPr>
          </a:lstStyle>
          <a:p/>
        </p:txBody>
      </p:sp>
      <p:sp>
        <p:nvSpPr>
          <p:cNvPr id="269" name="Google Shape;269;p14"/>
          <p:cNvSpPr txBox="1"/>
          <p:nvPr>
            <p:ph idx="30" type="subTitle"/>
          </p:nvPr>
        </p:nvSpPr>
        <p:spPr>
          <a:xfrm>
            <a:off x="337750" y="324777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9pPr>
          </a:lstStyle>
          <a:p/>
        </p:txBody>
      </p:sp>
      <p:sp>
        <p:nvSpPr>
          <p:cNvPr id="270" name="Google Shape;270;p14"/>
          <p:cNvSpPr txBox="1"/>
          <p:nvPr>
            <p:ph idx="31" type="subTitle"/>
          </p:nvPr>
        </p:nvSpPr>
        <p:spPr>
          <a:xfrm>
            <a:off x="337750" y="275817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9pPr>
          </a:lstStyle>
          <a:p/>
        </p:txBody>
      </p:sp>
      <p:sp>
        <p:nvSpPr>
          <p:cNvPr id="271" name="Google Shape;271;p14"/>
          <p:cNvSpPr txBox="1"/>
          <p:nvPr>
            <p:ph idx="32" type="subTitle"/>
          </p:nvPr>
        </p:nvSpPr>
        <p:spPr>
          <a:xfrm>
            <a:off x="337750" y="226857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9pPr>
          </a:lstStyle>
          <a:p/>
        </p:txBody>
      </p:sp>
      <p:sp>
        <p:nvSpPr>
          <p:cNvPr id="272" name="Google Shape;272;p14"/>
          <p:cNvSpPr txBox="1"/>
          <p:nvPr>
            <p:ph idx="33" type="title"/>
          </p:nvPr>
        </p:nvSpPr>
        <p:spPr>
          <a:xfrm>
            <a:off x="596525" y="753313"/>
            <a:ext cx="7062000" cy="6159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3" name="Google Shape;273;p14"/>
          <p:cNvSpPr txBox="1"/>
          <p:nvPr>
            <p:ph idx="34" type="subTitle"/>
          </p:nvPr>
        </p:nvSpPr>
        <p:spPr>
          <a:xfrm>
            <a:off x="1950863" y="1724125"/>
            <a:ext cx="1771200" cy="3960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None/>
              <a:defRPr b="1" sz="1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4" name="Google Shape;274;p14"/>
          <p:cNvSpPr txBox="1"/>
          <p:nvPr>
            <p:ph idx="35" type="subTitle"/>
          </p:nvPr>
        </p:nvSpPr>
        <p:spPr>
          <a:xfrm>
            <a:off x="3726825" y="1724125"/>
            <a:ext cx="1771200" cy="3960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None/>
              <a:defRPr b="1" sz="1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5" name="Google Shape;275;p14"/>
          <p:cNvSpPr txBox="1"/>
          <p:nvPr>
            <p:ph idx="36" type="subTitle"/>
          </p:nvPr>
        </p:nvSpPr>
        <p:spPr>
          <a:xfrm>
            <a:off x="5503900" y="1724125"/>
            <a:ext cx="1771200" cy="3960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None/>
              <a:defRPr b="1" sz="1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731">
          <p15:clr>
            <a:srgbClr val="E46962"/>
          </p15:clr>
        </p15:guide>
        <p15:guide id="2" orient="horz" pos="2435">
          <p15:clr>
            <a:srgbClr val="E46962"/>
          </p15:clr>
        </p15:guide>
        <p15:guide id="3" orient="horz" pos="1819">
          <p15:clr>
            <a:srgbClr val="E46962"/>
          </p15:clr>
        </p15:guide>
        <p15:guide id="4" orient="horz" pos="2129">
          <p15:clr>
            <a:srgbClr val="E46962"/>
          </p15:clr>
        </p15:guide>
        <p15:guide id="5" orient="horz" pos="1510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 and folder background">
  <p:cSld name="CUSTOM_1_1"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5"/>
          <p:cNvSpPr/>
          <p:nvPr/>
        </p:nvSpPr>
        <p:spPr>
          <a:xfrm>
            <a:off x="-2450" y="486600"/>
            <a:ext cx="9144000" cy="4656900"/>
          </a:xfrm>
          <a:prstGeom prst="roundRect">
            <a:avLst>
              <a:gd fmla="val 0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278" name="Google Shape;278;p15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279" name="Google Shape;279;p15"/>
          <p:cNvSpPr txBox="1"/>
          <p:nvPr>
            <p:ph idx="2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280" name="Google Shape;280;p15"/>
          <p:cNvSpPr txBox="1"/>
          <p:nvPr>
            <p:ph idx="3" type="subTitle"/>
          </p:nvPr>
        </p:nvSpPr>
        <p:spPr>
          <a:xfrm>
            <a:off x="57241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281" name="Google Shape;281;p15"/>
          <p:cNvSpPr txBox="1"/>
          <p:nvPr>
            <p:ph type="title"/>
          </p:nvPr>
        </p:nvSpPr>
        <p:spPr>
          <a:xfrm>
            <a:off x="2777959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282" name="Google Shape;282;p15"/>
          <p:cNvSpPr txBox="1"/>
          <p:nvPr>
            <p:ph idx="4" type="subTitle"/>
          </p:nvPr>
        </p:nvSpPr>
        <p:spPr>
          <a:xfrm>
            <a:off x="4617888" y="2276000"/>
            <a:ext cx="4291500" cy="525600"/>
          </a:xfrm>
          <a:prstGeom prst="rect">
            <a:avLst/>
          </a:prstGeom>
        </p:spPr>
        <p:txBody>
          <a:bodyPr anchorCtr="0" anchor="t" bIns="0" lIns="180000" spcFirstLastPara="1" rIns="18000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cxnSp>
        <p:nvCxnSpPr>
          <p:cNvPr id="283" name="Google Shape;283;p15"/>
          <p:cNvCxnSpPr/>
          <p:nvPr/>
        </p:nvCxnSpPr>
        <p:spPr>
          <a:xfrm rot="10800000">
            <a:off x="5397992" y="3025650"/>
            <a:ext cx="0" cy="15768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84" name="Google Shape;284;p15"/>
          <p:cNvCxnSpPr/>
          <p:nvPr/>
        </p:nvCxnSpPr>
        <p:spPr>
          <a:xfrm rot="10800000">
            <a:off x="6114201" y="3025007"/>
            <a:ext cx="0" cy="15768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85" name="Google Shape;285;p15"/>
          <p:cNvCxnSpPr/>
          <p:nvPr/>
        </p:nvCxnSpPr>
        <p:spPr>
          <a:xfrm rot="10800000">
            <a:off x="6816098" y="3025650"/>
            <a:ext cx="0" cy="15768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86" name="Google Shape;286;p15"/>
          <p:cNvCxnSpPr/>
          <p:nvPr/>
        </p:nvCxnSpPr>
        <p:spPr>
          <a:xfrm rot="10800000">
            <a:off x="7517325" y="3025650"/>
            <a:ext cx="0" cy="15768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87" name="Google Shape;287;p15"/>
          <p:cNvCxnSpPr/>
          <p:nvPr/>
        </p:nvCxnSpPr>
        <p:spPr>
          <a:xfrm rot="10800000">
            <a:off x="8218904" y="3025011"/>
            <a:ext cx="0" cy="15768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88" name="Google Shape;288;p15"/>
          <p:cNvCxnSpPr/>
          <p:nvPr/>
        </p:nvCxnSpPr>
        <p:spPr>
          <a:xfrm rot="10800000">
            <a:off x="5043384" y="4397242"/>
            <a:ext cx="36849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89" name="Google Shape;289;p15"/>
          <p:cNvCxnSpPr/>
          <p:nvPr/>
        </p:nvCxnSpPr>
        <p:spPr>
          <a:xfrm rot="10800000">
            <a:off x="5043384" y="4106948"/>
            <a:ext cx="36849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90" name="Google Shape;290;p15"/>
          <p:cNvCxnSpPr/>
          <p:nvPr/>
        </p:nvCxnSpPr>
        <p:spPr>
          <a:xfrm rot="10800000">
            <a:off x="5043384" y="3813733"/>
            <a:ext cx="36849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91" name="Google Shape;291;p15"/>
          <p:cNvCxnSpPr/>
          <p:nvPr/>
        </p:nvCxnSpPr>
        <p:spPr>
          <a:xfrm rot="10800000">
            <a:off x="5043384" y="3521491"/>
            <a:ext cx="36849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92" name="Google Shape;292;p15"/>
          <p:cNvCxnSpPr/>
          <p:nvPr/>
        </p:nvCxnSpPr>
        <p:spPr>
          <a:xfrm rot="10800000">
            <a:off x="5043384" y="3228574"/>
            <a:ext cx="36849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93" name="Google Shape;293;p15"/>
          <p:cNvCxnSpPr/>
          <p:nvPr/>
        </p:nvCxnSpPr>
        <p:spPr>
          <a:xfrm rot="10800000">
            <a:off x="5043640" y="4602364"/>
            <a:ext cx="36849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4" name="Google Shape;294;p15"/>
          <p:cNvCxnSpPr/>
          <p:nvPr/>
        </p:nvCxnSpPr>
        <p:spPr>
          <a:xfrm rot="10800000">
            <a:off x="5043455" y="3022856"/>
            <a:ext cx="0" cy="15822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5" name="Google Shape;295;p15"/>
          <p:cNvSpPr txBox="1"/>
          <p:nvPr>
            <p:ph idx="5" type="subTitle"/>
          </p:nvPr>
        </p:nvSpPr>
        <p:spPr>
          <a:xfrm>
            <a:off x="392000" y="4601800"/>
            <a:ext cx="9165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296" name="Google Shape;296;p15"/>
          <p:cNvSpPr txBox="1"/>
          <p:nvPr>
            <p:ph idx="6" type="subTitle"/>
          </p:nvPr>
        </p:nvSpPr>
        <p:spPr>
          <a:xfrm>
            <a:off x="1390838" y="4601800"/>
            <a:ext cx="9165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297" name="Google Shape;297;p15"/>
          <p:cNvSpPr txBox="1"/>
          <p:nvPr>
            <p:ph idx="7" type="subTitle"/>
          </p:nvPr>
        </p:nvSpPr>
        <p:spPr>
          <a:xfrm>
            <a:off x="2389500" y="4602800"/>
            <a:ext cx="9036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298" name="Google Shape;298;p15"/>
          <p:cNvSpPr txBox="1"/>
          <p:nvPr>
            <p:ph idx="8" type="subTitle"/>
          </p:nvPr>
        </p:nvSpPr>
        <p:spPr>
          <a:xfrm>
            <a:off x="3388150" y="4601800"/>
            <a:ext cx="9603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299" name="Google Shape;299;p15"/>
          <p:cNvSpPr txBox="1"/>
          <p:nvPr>
            <p:ph idx="9" type="subTitle"/>
          </p:nvPr>
        </p:nvSpPr>
        <p:spPr>
          <a:xfrm>
            <a:off x="392025" y="4022425"/>
            <a:ext cx="916500" cy="579600"/>
          </a:xfrm>
          <a:prstGeom prst="rect">
            <a:avLst/>
          </a:prstGeom>
        </p:spPr>
        <p:txBody>
          <a:bodyPr anchorCtr="0" anchor="b" bIns="0" lIns="54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Medium"/>
              <a:buNone/>
              <a:defRPr sz="3000">
                <a:latin typeface="Hanken Grotesk Medium"/>
                <a:ea typeface="Hanken Grotesk Medium"/>
                <a:cs typeface="Hanken Grotesk Medium"/>
                <a:sym typeface="Hanken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0" name="Google Shape;300;p15"/>
          <p:cNvSpPr txBox="1"/>
          <p:nvPr>
            <p:ph idx="13" type="subTitle"/>
          </p:nvPr>
        </p:nvSpPr>
        <p:spPr>
          <a:xfrm>
            <a:off x="1391050" y="3875575"/>
            <a:ext cx="916500" cy="726600"/>
          </a:xfrm>
          <a:prstGeom prst="rect">
            <a:avLst/>
          </a:prstGeom>
        </p:spPr>
        <p:txBody>
          <a:bodyPr anchorCtr="0" anchor="b" bIns="0" lIns="54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Medium"/>
              <a:buNone/>
              <a:defRPr sz="3000">
                <a:latin typeface="Hanken Grotesk Medium"/>
                <a:ea typeface="Hanken Grotesk Medium"/>
                <a:cs typeface="Hanken Grotesk Medium"/>
                <a:sym typeface="Hanken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1" name="Google Shape;301;p15"/>
          <p:cNvSpPr txBox="1"/>
          <p:nvPr>
            <p:ph idx="14" type="subTitle"/>
          </p:nvPr>
        </p:nvSpPr>
        <p:spPr>
          <a:xfrm>
            <a:off x="2390200" y="3875575"/>
            <a:ext cx="916500" cy="726600"/>
          </a:xfrm>
          <a:prstGeom prst="rect">
            <a:avLst/>
          </a:prstGeom>
        </p:spPr>
        <p:txBody>
          <a:bodyPr anchorCtr="0" anchor="b" bIns="0" lIns="54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Medium"/>
              <a:buNone/>
              <a:defRPr sz="3000">
                <a:latin typeface="Hanken Grotesk Medium"/>
                <a:ea typeface="Hanken Grotesk Medium"/>
                <a:cs typeface="Hanken Grotesk Medium"/>
                <a:sym typeface="Hanken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2" name="Google Shape;302;p15"/>
          <p:cNvSpPr txBox="1"/>
          <p:nvPr>
            <p:ph idx="15" type="subTitle"/>
          </p:nvPr>
        </p:nvSpPr>
        <p:spPr>
          <a:xfrm>
            <a:off x="3394525" y="4022425"/>
            <a:ext cx="954000" cy="579600"/>
          </a:xfrm>
          <a:prstGeom prst="rect">
            <a:avLst/>
          </a:prstGeom>
        </p:spPr>
        <p:txBody>
          <a:bodyPr anchorCtr="0" anchor="b" bIns="0" lIns="54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Medium"/>
              <a:buNone/>
              <a:defRPr sz="3000">
                <a:latin typeface="Hanken Grotesk Medium"/>
                <a:ea typeface="Hanken Grotesk Medium"/>
                <a:cs typeface="Hanken Grotesk Medium"/>
                <a:sym typeface="Hanken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3" name="Google Shape;303;p15"/>
          <p:cNvSpPr txBox="1"/>
          <p:nvPr>
            <p:ph idx="16" type="subTitle"/>
          </p:nvPr>
        </p:nvSpPr>
        <p:spPr>
          <a:xfrm>
            <a:off x="227625" y="2276000"/>
            <a:ext cx="4291500" cy="525600"/>
          </a:xfrm>
          <a:prstGeom prst="rect">
            <a:avLst/>
          </a:prstGeom>
        </p:spPr>
        <p:txBody>
          <a:bodyPr anchorCtr="0" anchor="t" bIns="0" lIns="180000" spcFirstLastPara="1" rIns="18000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304" name="Google Shape;304;p15"/>
          <p:cNvSpPr txBox="1"/>
          <p:nvPr>
            <p:ph idx="17" type="subTitle"/>
          </p:nvPr>
        </p:nvSpPr>
        <p:spPr>
          <a:xfrm>
            <a:off x="5401957" y="4602450"/>
            <a:ext cx="5076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5" name="Google Shape;305;p15"/>
          <p:cNvSpPr txBox="1"/>
          <p:nvPr>
            <p:ph idx="18" type="subTitle"/>
          </p:nvPr>
        </p:nvSpPr>
        <p:spPr>
          <a:xfrm>
            <a:off x="6104132" y="4602450"/>
            <a:ext cx="5076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6" name="Google Shape;306;p15"/>
          <p:cNvSpPr txBox="1"/>
          <p:nvPr>
            <p:ph idx="19" type="subTitle"/>
          </p:nvPr>
        </p:nvSpPr>
        <p:spPr>
          <a:xfrm>
            <a:off x="6811663" y="4602450"/>
            <a:ext cx="5076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7" name="Google Shape;307;p15"/>
          <p:cNvSpPr txBox="1"/>
          <p:nvPr>
            <p:ph idx="20" type="subTitle"/>
          </p:nvPr>
        </p:nvSpPr>
        <p:spPr>
          <a:xfrm>
            <a:off x="8220182" y="4602450"/>
            <a:ext cx="5076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8" name="Google Shape;308;p15"/>
          <p:cNvSpPr txBox="1"/>
          <p:nvPr>
            <p:ph idx="21" type="subTitle"/>
          </p:nvPr>
        </p:nvSpPr>
        <p:spPr>
          <a:xfrm>
            <a:off x="7516525" y="4602450"/>
            <a:ext cx="5076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9" name="Google Shape;309;p15"/>
          <p:cNvSpPr txBox="1"/>
          <p:nvPr>
            <p:ph idx="22" type="subTitle"/>
          </p:nvPr>
        </p:nvSpPr>
        <p:spPr>
          <a:xfrm>
            <a:off x="4695907" y="4059350"/>
            <a:ext cx="309600" cy="9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10" name="Google Shape;310;p15"/>
          <p:cNvSpPr txBox="1"/>
          <p:nvPr>
            <p:ph idx="23" type="subTitle"/>
          </p:nvPr>
        </p:nvSpPr>
        <p:spPr>
          <a:xfrm>
            <a:off x="4695907" y="4358875"/>
            <a:ext cx="309600" cy="9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11" name="Google Shape;311;p15"/>
          <p:cNvSpPr txBox="1"/>
          <p:nvPr>
            <p:ph idx="24" type="subTitle"/>
          </p:nvPr>
        </p:nvSpPr>
        <p:spPr>
          <a:xfrm>
            <a:off x="4695907" y="3474700"/>
            <a:ext cx="309600" cy="9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12" name="Google Shape;312;p15"/>
          <p:cNvSpPr txBox="1"/>
          <p:nvPr>
            <p:ph idx="25" type="subTitle"/>
          </p:nvPr>
        </p:nvSpPr>
        <p:spPr>
          <a:xfrm>
            <a:off x="4695907" y="3777850"/>
            <a:ext cx="309600" cy="9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13" name="Google Shape;313;p15"/>
          <p:cNvSpPr txBox="1"/>
          <p:nvPr>
            <p:ph idx="26" type="subTitle"/>
          </p:nvPr>
        </p:nvSpPr>
        <p:spPr>
          <a:xfrm>
            <a:off x="4695907" y="3181775"/>
            <a:ext cx="309600" cy="9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14" name="Google Shape;314;p15"/>
          <p:cNvSpPr txBox="1"/>
          <p:nvPr>
            <p:ph idx="27" type="title"/>
          </p:nvPr>
        </p:nvSpPr>
        <p:spPr>
          <a:xfrm>
            <a:off x="593775" y="707062"/>
            <a:ext cx="7196400" cy="6159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lumns 2">
  <p:cSld name="CUSTOM_7_1_1_1_1_1_1_1_1_1_1_1_1_1_1_1_1_9"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6"/>
          <p:cNvSpPr txBox="1"/>
          <p:nvPr>
            <p:ph type="title"/>
          </p:nvPr>
        </p:nvSpPr>
        <p:spPr>
          <a:xfrm>
            <a:off x="2121700" y="637675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17" name="Google Shape;317;p16"/>
          <p:cNvSpPr txBox="1"/>
          <p:nvPr>
            <p:ph idx="2" type="title"/>
          </p:nvPr>
        </p:nvSpPr>
        <p:spPr>
          <a:xfrm>
            <a:off x="3899225" y="637675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18" name="Google Shape;318;p16"/>
          <p:cNvSpPr txBox="1"/>
          <p:nvPr>
            <p:ph idx="3" type="title"/>
          </p:nvPr>
        </p:nvSpPr>
        <p:spPr>
          <a:xfrm>
            <a:off x="5676475" y="637675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19" name="Google Shape;319;p16"/>
          <p:cNvSpPr txBox="1"/>
          <p:nvPr>
            <p:ph idx="4" type="title"/>
          </p:nvPr>
        </p:nvSpPr>
        <p:spPr>
          <a:xfrm>
            <a:off x="7453725" y="637675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20" name="Google Shape;320;p16"/>
          <p:cNvSpPr txBox="1"/>
          <p:nvPr>
            <p:ph idx="5" type="title"/>
          </p:nvPr>
        </p:nvSpPr>
        <p:spPr>
          <a:xfrm>
            <a:off x="341975" y="637675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21" name="Google Shape;321;p16"/>
          <p:cNvSpPr txBox="1"/>
          <p:nvPr>
            <p:ph idx="6" type="title"/>
          </p:nvPr>
        </p:nvSpPr>
        <p:spPr>
          <a:xfrm>
            <a:off x="2184250" y="1183050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22" name="Google Shape;322;p16"/>
          <p:cNvSpPr txBox="1"/>
          <p:nvPr>
            <p:ph idx="7" type="title"/>
          </p:nvPr>
        </p:nvSpPr>
        <p:spPr>
          <a:xfrm>
            <a:off x="3962263" y="1183050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23" name="Google Shape;323;p16"/>
          <p:cNvSpPr txBox="1"/>
          <p:nvPr>
            <p:ph idx="8" type="title"/>
          </p:nvPr>
        </p:nvSpPr>
        <p:spPr>
          <a:xfrm>
            <a:off x="406525" y="1183050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24" name="Google Shape;324;p16"/>
          <p:cNvSpPr txBox="1"/>
          <p:nvPr>
            <p:ph idx="9" type="title"/>
          </p:nvPr>
        </p:nvSpPr>
        <p:spPr>
          <a:xfrm>
            <a:off x="5729600" y="1183050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25" name="Google Shape;325;p16"/>
          <p:cNvSpPr txBox="1"/>
          <p:nvPr>
            <p:ph idx="13" type="title"/>
          </p:nvPr>
        </p:nvSpPr>
        <p:spPr>
          <a:xfrm>
            <a:off x="7518138" y="1183050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26" name="Google Shape;326;p16"/>
          <p:cNvSpPr txBox="1"/>
          <p:nvPr>
            <p:ph idx="1" type="body"/>
          </p:nvPr>
        </p:nvSpPr>
        <p:spPr>
          <a:xfrm>
            <a:off x="223881" y="3318500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27" name="Google Shape;327;p16"/>
          <p:cNvSpPr txBox="1"/>
          <p:nvPr>
            <p:ph idx="14" type="body"/>
          </p:nvPr>
        </p:nvSpPr>
        <p:spPr>
          <a:xfrm>
            <a:off x="2004019" y="3316400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28" name="Google Shape;328;p16"/>
          <p:cNvSpPr txBox="1"/>
          <p:nvPr>
            <p:ph idx="15" type="body"/>
          </p:nvPr>
        </p:nvSpPr>
        <p:spPr>
          <a:xfrm>
            <a:off x="3781781" y="3317450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29" name="Google Shape;329;p16"/>
          <p:cNvSpPr txBox="1"/>
          <p:nvPr>
            <p:ph idx="16" type="body"/>
          </p:nvPr>
        </p:nvSpPr>
        <p:spPr>
          <a:xfrm>
            <a:off x="5559956" y="3315350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30" name="Google Shape;330;p16"/>
          <p:cNvSpPr txBox="1"/>
          <p:nvPr>
            <p:ph idx="17" type="body"/>
          </p:nvPr>
        </p:nvSpPr>
        <p:spPr>
          <a:xfrm>
            <a:off x="7341056" y="3315350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31" name="Google Shape;331;p16"/>
          <p:cNvSpPr txBox="1"/>
          <p:nvPr>
            <p:ph idx="18" type="body"/>
          </p:nvPr>
        </p:nvSpPr>
        <p:spPr>
          <a:xfrm>
            <a:off x="223881" y="4143425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32" name="Google Shape;332;p16"/>
          <p:cNvSpPr txBox="1"/>
          <p:nvPr>
            <p:ph idx="19" type="body"/>
          </p:nvPr>
        </p:nvSpPr>
        <p:spPr>
          <a:xfrm>
            <a:off x="2004019" y="4143425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33" name="Google Shape;333;p16"/>
          <p:cNvSpPr txBox="1"/>
          <p:nvPr>
            <p:ph idx="20" type="body"/>
          </p:nvPr>
        </p:nvSpPr>
        <p:spPr>
          <a:xfrm>
            <a:off x="3781781" y="4143425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34" name="Google Shape;334;p16"/>
          <p:cNvSpPr txBox="1"/>
          <p:nvPr>
            <p:ph idx="21" type="body"/>
          </p:nvPr>
        </p:nvSpPr>
        <p:spPr>
          <a:xfrm>
            <a:off x="5559956" y="4143425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35" name="Google Shape;335;p16"/>
          <p:cNvSpPr txBox="1"/>
          <p:nvPr>
            <p:ph idx="22" type="body"/>
          </p:nvPr>
        </p:nvSpPr>
        <p:spPr>
          <a:xfrm>
            <a:off x="7341056" y="4143425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36" name="Google Shape;336;p16"/>
          <p:cNvSpPr txBox="1"/>
          <p:nvPr>
            <p:ph idx="23" type="title"/>
          </p:nvPr>
        </p:nvSpPr>
        <p:spPr>
          <a:xfrm>
            <a:off x="3782413" y="1925063"/>
            <a:ext cx="1778700" cy="651900"/>
          </a:xfrm>
          <a:prstGeom prst="rect">
            <a:avLst/>
          </a:prstGeom>
        </p:spPr>
        <p:txBody>
          <a:bodyPr anchorCtr="0" anchor="t" bIns="5400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337" name="Google Shape;337;p16"/>
          <p:cNvSpPr txBox="1"/>
          <p:nvPr>
            <p:ph idx="24" type="title"/>
          </p:nvPr>
        </p:nvSpPr>
        <p:spPr>
          <a:xfrm>
            <a:off x="2004613" y="1924013"/>
            <a:ext cx="1778700" cy="651900"/>
          </a:xfrm>
          <a:prstGeom prst="rect">
            <a:avLst/>
          </a:prstGeom>
        </p:spPr>
        <p:txBody>
          <a:bodyPr anchorCtr="0" anchor="t" bIns="5400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338" name="Google Shape;338;p16"/>
          <p:cNvSpPr txBox="1"/>
          <p:nvPr>
            <p:ph idx="25" type="title"/>
          </p:nvPr>
        </p:nvSpPr>
        <p:spPr>
          <a:xfrm>
            <a:off x="227650" y="1926113"/>
            <a:ext cx="1778700" cy="651900"/>
          </a:xfrm>
          <a:prstGeom prst="rect">
            <a:avLst/>
          </a:prstGeom>
        </p:spPr>
        <p:txBody>
          <a:bodyPr anchorCtr="0" anchor="t" bIns="5400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339" name="Google Shape;339;p16"/>
          <p:cNvSpPr txBox="1"/>
          <p:nvPr>
            <p:ph idx="26" type="title"/>
          </p:nvPr>
        </p:nvSpPr>
        <p:spPr>
          <a:xfrm>
            <a:off x="7340875" y="1922963"/>
            <a:ext cx="1778700" cy="651900"/>
          </a:xfrm>
          <a:prstGeom prst="rect">
            <a:avLst/>
          </a:prstGeom>
        </p:spPr>
        <p:txBody>
          <a:bodyPr anchorCtr="0" anchor="t" bIns="5400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340" name="Google Shape;340;p16"/>
          <p:cNvSpPr txBox="1"/>
          <p:nvPr>
            <p:ph idx="27" type="title"/>
          </p:nvPr>
        </p:nvSpPr>
        <p:spPr>
          <a:xfrm>
            <a:off x="5559375" y="1922963"/>
            <a:ext cx="1778700" cy="651900"/>
          </a:xfrm>
          <a:prstGeom prst="rect">
            <a:avLst/>
          </a:prstGeom>
        </p:spPr>
        <p:txBody>
          <a:bodyPr anchorCtr="0" anchor="t" bIns="5400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341" name="Google Shape;341;p16"/>
          <p:cNvSpPr txBox="1"/>
          <p:nvPr>
            <p:ph idx="28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342" name="Google Shape;342;p16"/>
          <p:cNvSpPr txBox="1"/>
          <p:nvPr>
            <p:ph idx="29" type="body"/>
          </p:nvPr>
        </p:nvSpPr>
        <p:spPr>
          <a:xfrm>
            <a:off x="223881" y="2490413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43" name="Google Shape;343;p16"/>
          <p:cNvSpPr txBox="1"/>
          <p:nvPr>
            <p:ph idx="30" type="body"/>
          </p:nvPr>
        </p:nvSpPr>
        <p:spPr>
          <a:xfrm>
            <a:off x="2004019" y="2488313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44" name="Google Shape;344;p16"/>
          <p:cNvSpPr txBox="1"/>
          <p:nvPr>
            <p:ph idx="31" type="body"/>
          </p:nvPr>
        </p:nvSpPr>
        <p:spPr>
          <a:xfrm>
            <a:off x="3781781" y="2489363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45" name="Google Shape;345;p16"/>
          <p:cNvSpPr txBox="1"/>
          <p:nvPr>
            <p:ph idx="32" type="body"/>
          </p:nvPr>
        </p:nvSpPr>
        <p:spPr>
          <a:xfrm>
            <a:off x="5559956" y="2487263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46" name="Google Shape;346;p16"/>
          <p:cNvSpPr txBox="1"/>
          <p:nvPr>
            <p:ph idx="33" type="body"/>
          </p:nvPr>
        </p:nvSpPr>
        <p:spPr>
          <a:xfrm>
            <a:off x="7341056" y="2487263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 1">
  <p:cSld name="CUSTOM_7_1_1_1_1_1_1_1_1_1_1_1_1_1_1_1_1_7"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7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349" name="Google Shape;349;p17"/>
          <p:cNvSpPr txBox="1"/>
          <p:nvPr>
            <p:ph type="title"/>
          </p:nvPr>
        </p:nvSpPr>
        <p:spPr>
          <a:xfrm>
            <a:off x="594025" y="539600"/>
            <a:ext cx="7196700" cy="576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9pPr>
          </a:lstStyle>
          <a:p/>
        </p:txBody>
      </p:sp>
      <p:cxnSp>
        <p:nvCxnSpPr>
          <p:cNvPr id="350" name="Google Shape;350;p17"/>
          <p:cNvCxnSpPr/>
          <p:nvPr/>
        </p:nvCxnSpPr>
        <p:spPr>
          <a:xfrm rot="10800000">
            <a:off x="1721971" y="1322379"/>
            <a:ext cx="0" cy="32229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51" name="Google Shape;351;p17"/>
          <p:cNvCxnSpPr/>
          <p:nvPr/>
        </p:nvCxnSpPr>
        <p:spPr>
          <a:xfrm rot="10800000">
            <a:off x="3185875" y="1321065"/>
            <a:ext cx="0" cy="32229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52" name="Google Shape;352;p17"/>
          <p:cNvCxnSpPr/>
          <p:nvPr/>
        </p:nvCxnSpPr>
        <p:spPr>
          <a:xfrm rot="10800000">
            <a:off x="4620526" y="1322379"/>
            <a:ext cx="0" cy="32229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53" name="Google Shape;353;p17"/>
          <p:cNvCxnSpPr/>
          <p:nvPr/>
        </p:nvCxnSpPr>
        <p:spPr>
          <a:xfrm rot="10800000">
            <a:off x="6053808" y="1322379"/>
            <a:ext cx="0" cy="32229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54" name="Google Shape;354;p17"/>
          <p:cNvCxnSpPr/>
          <p:nvPr/>
        </p:nvCxnSpPr>
        <p:spPr>
          <a:xfrm rot="10800000">
            <a:off x="7487809" y="1321073"/>
            <a:ext cx="0" cy="32229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55" name="Google Shape;355;p17"/>
          <p:cNvCxnSpPr/>
          <p:nvPr/>
        </p:nvCxnSpPr>
        <p:spPr>
          <a:xfrm rot="10800000">
            <a:off x="997162" y="4125842"/>
            <a:ext cx="7531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56" name="Google Shape;356;p17"/>
          <p:cNvCxnSpPr/>
          <p:nvPr/>
        </p:nvCxnSpPr>
        <p:spPr>
          <a:xfrm rot="10800000">
            <a:off x="997162" y="3532492"/>
            <a:ext cx="7531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57" name="Google Shape;357;p17"/>
          <p:cNvCxnSpPr/>
          <p:nvPr/>
        </p:nvCxnSpPr>
        <p:spPr>
          <a:xfrm rot="10800000">
            <a:off x="997162" y="2933172"/>
            <a:ext cx="7531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58" name="Google Shape;358;p17"/>
          <p:cNvCxnSpPr/>
          <p:nvPr/>
        </p:nvCxnSpPr>
        <p:spPr>
          <a:xfrm rot="10800000">
            <a:off x="997162" y="2335841"/>
            <a:ext cx="7531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59" name="Google Shape;359;p17"/>
          <p:cNvCxnSpPr/>
          <p:nvPr/>
        </p:nvCxnSpPr>
        <p:spPr>
          <a:xfrm rot="10800000">
            <a:off x="997162" y="1737130"/>
            <a:ext cx="7531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60" name="Google Shape;360;p17"/>
          <p:cNvCxnSpPr/>
          <p:nvPr/>
        </p:nvCxnSpPr>
        <p:spPr>
          <a:xfrm rot="10800000">
            <a:off x="997686" y="4545103"/>
            <a:ext cx="7531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61" name="Google Shape;361;p17"/>
          <p:cNvCxnSpPr/>
          <p:nvPr/>
        </p:nvCxnSpPr>
        <p:spPr>
          <a:xfrm rot="10800000">
            <a:off x="997311" y="1316605"/>
            <a:ext cx="0" cy="3234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2" name="Google Shape;362;p17"/>
          <p:cNvSpPr txBox="1"/>
          <p:nvPr>
            <p:ph idx="2" type="subTitle"/>
          </p:nvPr>
        </p:nvSpPr>
        <p:spPr>
          <a:xfrm>
            <a:off x="1730075" y="4545279"/>
            <a:ext cx="1037400" cy="3753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  <p:sp>
        <p:nvSpPr>
          <p:cNvPr id="363" name="Google Shape;363;p17"/>
          <p:cNvSpPr txBox="1"/>
          <p:nvPr>
            <p:ph idx="3" type="subTitle"/>
          </p:nvPr>
        </p:nvSpPr>
        <p:spPr>
          <a:xfrm>
            <a:off x="3165294" y="4545279"/>
            <a:ext cx="1037400" cy="3753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  <p:sp>
        <p:nvSpPr>
          <p:cNvPr id="364" name="Google Shape;364;p17"/>
          <p:cNvSpPr txBox="1"/>
          <p:nvPr>
            <p:ph idx="4" type="subTitle"/>
          </p:nvPr>
        </p:nvSpPr>
        <p:spPr>
          <a:xfrm>
            <a:off x="4611461" y="4545279"/>
            <a:ext cx="1037400" cy="3753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  <p:sp>
        <p:nvSpPr>
          <p:cNvPr id="365" name="Google Shape;365;p17"/>
          <p:cNvSpPr txBox="1"/>
          <p:nvPr>
            <p:ph idx="5" type="subTitle"/>
          </p:nvPr>
        </p:nvSpPr>
        <p:spPr>
          <a:xfrm>
            <a:off x="7490421" y="4545279"/>
            <a:ext cx="1037400" cy="3753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  <p:sp>
        <p:nvSpPr>
          <p:cNvPr id="366" name="Google Shape;366;p17"/>
          <p:cNvSpPr txBox="1"/>
          <p:nvPr>
            <p:ph idx="6" type="subTitle"/>
          </p:nvPr>
        </p:nvSpPr>
        <p:spPr>
          <a:xfrm>
            <a:off x="6052173" y="4545279"/>
            <a:ext cx="1037400" cy="3753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  <p:sp>
        <p:nvSpPr>
          <p:cNvPr id="367" name="Google Shape;367;p17"/>
          <p:cNvSpPr txBox="1"/>
          <p:nvPr>
            <p:ph idx="7" type="subTitle"/>
          </p:nvPr>
        </p:nvSpPr>
        <p:spPr>
          <a:xfrm>
            <a:off x="286936" y="3435204"/>
            <a:ext cx="632700" cy="19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  <p:sp>
        <p:nvSpPr>
          <p:cNvPr id="368" name="Google Shape;368;p17"/>
          <p:cNvSpPr txBox="1"/>
          <p:nvPr>
            <p:ph idx="8" type="subTitle"/>
          </p:nvPr>
        </p:nvSpPr>
        <p:spPr>
          <a:xfrm>
            <a:off x="286936" y="4047421"/>
            <a:ext cx="632700" cy="19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  <p:sp>
        <p:nvSpPr>
          <p:cNvPr id="369" name="Google Shape;369;p17"/>
          <p:cNvSpPr txBox="1"/>
          <p:nvPr>
            <p:ph idx="9" type="subTitle"/>
          </p:nvPr>
        </p:nvSpPr>
        <p:spPr>
          <a:xfrm>
            <a:off x="286936" y="2240202"/>
            <a:ext cx="632700" cy="19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  <p:sp>
        <p:nvSpPr>
          <p:cNvPr id="370" name="Google Shape;370;p17"/>
          <p:cNvSpPr txBox="1"/>
          <p:nvPr>
            <p:ph idx="13" type="subTitle"/>
          </p:nvPr>
        </p:nvSpPr>
        <p:spPr>
          <a:xfrm>
            <a:off x="286936" y="2859829"/>
            <a:ext cx="632700" cy="19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  <p:sp>
        <p:nvSpPr>
          <p:cNvPr id="371" name="Google Shape;371;p17"/>
          <p:cNvSpPr txBox="1"/>
          <p:nvPr>
            <p:ph idx="14" type="subTitle"/>
          </p:nvPr>
        </p:nvSpPr>
        <p:spPr>
          <a:xfrm>
            <a:off x="286936" y="1641475"/>
            <a:ext cx="632700" cy="19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 2">
  <p:cSld name="CUSTOM_7_1_1_1_1_1_1_1_1_1_1_1_1_1_1_1_1_8">
    <p:bg>
      <p:bgPr>
        <a:solidFill>
          <a:schemeClr val="dk2"/>
        </a:solid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8"/>
          <p:cNvSpPr txBox="1"/>
          <p:nvPr>
            <p:ph idx="1" type="body"/>
          </p:nvPr>
        </p:nvSpPr>
        <p:spPr>
          <a:xfrm>
            <a:off x="6832625" y="4360925"/>
            <a:ext cx="2120400" cy="496800"/>
          </a:xfrm>
          <a:prstGeom prst="rect">
            <a:avLst/>
          </a:prstGeom>
        </p:spPr>
        <p:txBody>
          <a:bodyPr anchorCtr="0" anchor="t" bIns="91425" lIns="180000" spcFirstLastPara="1" rIns="18000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74" name="Google Shape;374;p18"/>
          <p:cNvSpPr txBox="1"/>
          <p:nvPr>
            <p:ph idx="2" type="body"/>
          </p:nvPr>
        </p:nvSpPr>
        <p:spPr>
          <a:xfrm>
            <a:off x="4619575" y="4360925"/>
            <a:ext cx="2120400" cy="496800"/>
          </a:xfrm>
          <a:prstGeom prst="rect">
            <a:avLst/>
          </a:prstGeom>
        </p:spPr>
        <p:txBody>
          <a:bodyPr anchorCtr="0" anchor="t" bIns="91425" lIns="180000" spcFirstLastPara="1" rIns="18000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75" name="Google Shape;375;p18"/>
          <p:cNvSpPr txBox="1"/>
          <p:nvPr>
            <p:ph idx="3" type="body"/>
          </p:nvPr>
        </p:nvSpPr>
        <p:spPr>
          <a:xfrm>
            <a:off x="2406525" y="4360925"/>
            <a:ext cx="2120400" cy="496800"/>
          </a:xfrm>
          <a:prstGeom prst="rect">
            <a:avLst/>
          </a:prstGeom>
        </p:spPr>
        <p:txBody>
          <a:bodyPr anchorCtr="0" anchor="t" bIns="91425" lIns="180000" spcFirstLastPara="1" rIns="18000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76" name="Google Shape;376;p18"/>
          <p:cNvSpPr txBox="1"/>
          <p:nvPr>
            <p:ph idx="4" type="body"/>
          </p:nvPr>
        </p:nvSpPr>
        <p:spPr>
          <a:xfrm>
            <a:off x="193475" y="4360925"/>
            <a:ext cx="2120400" cy="496800"/>
          </a:xfrm>
          <a:prstGeom prst="rect">
            <a:avLst/>
          </a:prstGeom>
        </p:spPr>
        <p:txBody>
          <a:bodyPr anchorCtr="0" anchor="t" bIns="91425" lIns="180000" spcFirstLastPara="1" rIns="18000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77" name="Google Shape;377;p18"/>
          <p:cNvSpPr txBox="1"/>
          <p:nvPr>
            <p:ph idx="5" type="body"/>
          </p:nvPr>
        </p:nvSpPr>
        <p:spPr>
          <a:xfrm>
            <a:off x="6831375" y="2557613"/>
            <a:ext cx="2120400" cy="496800"/>
          </a:xfrm>
          <a:prstGeom prst="rect">
            <a:avLst/>
          </a:prstGeom>
        </p:spPr>
        <p:txBody>
          <a:bodyPr anchorCtr="0" anchor="t" bIns="91425" lIns="180000" spcFirstLastPara="1" rIns="18000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78" name="Google Shape;378;p18"/>
          <p:cNvSpPr txBox="1"/>
          <p:nvPr>
            <p:ph idx="6" type="body"/>
          </p:nvPr>
        </p:nvSpPr>
        <p:spPr>
          <a:xfrm>
            <a:off x="4618325" y="2557613"/>
            <a:ext cx="2120400" cy="496800"/>
          </a:xfrm>
          <a:prstGeom prst="rect">
            <a:avLst/>
          </a:prstGeom>
        </p:spPr>
        <p:txBody>
          <a:bodyPr anchorCtr="0" anchor="t" bIns="91425" lIns="180000" spcFirstLastPara="1" rIns="18000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79" name="Google Shape;379;p18"/>
          <p:cNvSpPr txBox="1"/>
          <p:nvPr>
            <p:ph idx="7" type="body"/>
          </p:nvPr>
        </p:nvSpPr>
        <p:spPr>
          <a:xfrm>
            <a:off x="2405275" y="2557613"/>
            <a:ext cx="2120400" cy="496800"/>
          </a:xfrm>
          <a:prstGeom prst="rect">
            <a:avLst/>
          </a:prstGeom>
        </p:spPr>
        <p:txBody>
          <a:bodyPr anchorCtr="0" anchor="t" bIns="91425" lIns="180000" spcFirstLastPara="1" rIns="18000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80" name="Google Shape;380;p18"/>
          <p:cNvSpPr txBox="1"/>
          <p:nvPr>
            <p:ph idx="8" type="body"/>
          </p:nvPr>
        </p:nvSpPr>
        <p:spPr>
          <a:xfrm>
            <a:off x="192225" y="2557613"/>
            <a:ext cx="2120400" cy="496800"/>
          </a:xfrm>
          <a:prstGeom prst="rect">
            <a:avLst/>
          </a:prstGeom>
        </p:spPr>
        <p:txBody>
          <a:bodyPr anchorCtr="0" anchor="t" bIns="91425" lIns="180000" spcFirstLastPara="1" rIns="18000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81" name="Google Shape;381;p18"/>
          <p:cNvSpPr txBox="1"/>
          <p:nvPr>
            <p:ph type="title"/>
          </p:nvPr>
        </p:nvSpPr>
        <p:spPr>
          <a:xfrm>
            <a:off x="594025" y="539600"/>
            <a:ext cx="7196700" cy="576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9pPr>
          </a:lstStyle>
          <a:p/>
        </p:txBody>
      </p:sp>
      <p:sp>
        <p:nvSpPr>
          <p:cNvPr id="382" name="Google Shape;382;p18"/>
          <p:cNvSpPr txBox="1"/>
          <p:nvPr>
            <p:ph idx="9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383" name="Google Shape;383;p18"/>
          <p:cNvSpPr txBox="1"/>
          <p:nvPr>
            <p:ph idx="13" type="title"/>
          </p:nvPr>
        </p:nvSpPr>
        <p:spPr>
          <a:xfrm>
            <a:off x="6996850" y="1364806"/>
            <a:ext cx="1839600" cy="77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Font typeface="Hanken Grotesk Light"/>
              <a:buNone/>
              <a:defRPr sz="5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9pPr>
          </a:lstStyle>
          <a:p/>
        </p:txBody>
      </p:sp>
      <p:sp>
        <p:nvSpPr>
          <p:cNvPr id="384" name="Google Shape;384;p18"/>
          <p:cNvSpPr txBox="1"/>
          <p:nvPr>
            <p:ph idx="14" type="title"/>
          </p:nvPr>
        </p:nvSpPr>
        <p:spPr>
          <a:xfrm>
            <a:off x="4783238" y="1364806"/>
            <a:ext cx="1839600" cy="77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Font typeface="Hanken Grotesk Light"/>
              <a:buNone/>
              <a:defRPr sz="5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9pPr>
          </a:lstStyle>
          <a:p/>
        </p:txBody>
      </p:sp>
      <p:sp>
        <p:nvSpPr>
          <p:cNvPr id="385" name="Google Shape;385;p18"/>
          <p:cNvSpPr txBox="1"/>
          <p:nvPr>
            <p:ph idx="15" type="title"/>
          </p:nvPr>
        </p:nvSpPr>
        <p:spPr>
          <a:xfrm>
            <a:off x="2546913" y="1364806"/>
            <a:ext cx="1839600" cy="77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Font typeface="Hanken Grotesk Light"/>
              <a:buNone/>
              <a:defRPr sz="5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9pPr>
          </a:lstStyle>
          <a:p/>
        </p:txBody>
      </p:sp>
      <p:sp>
        <p:nvSpPr>
          <p:cNvPr id="386" name="Google Shape;386;p18"/>
          <p:cNvSpPr txBox="1"/>
          <p:nvPr>
            <p:ph idx="16" type="title"/>
          </p:nvPr>
        </p:nvSpPr>
        <p:spPr>
          <a:xfrm>
            <a:off x="355638" y="1365769"/>
            <a:ext cx="1839600" cy="77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Font typeface="Hanken Grotesk Light"/>
              <a:buNone/>
              <a:defRPr sz="5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9pPr>
          </a:lstStyle>
          <a:p/>
        </p:txBody>
      </p:sp>
      <p:sp>
        <p:nvSpPr>
          <p:cNvPr id="387" name="Google Shape;387;p18"/>
          <p:cNvSpPr txBox="1"/>
          <p:nvPr>
            <p:ph idx="17" type="title"/>
          </p:nvPr>
        </p:nvSpPr>
        <p:spPr>
          <a:xfrm>
            <a:off x="7002200" y="3163356"/>
            <a:ext cx="1839600" cy="77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Font typeface="Hanken Grotesk Light"/>
              <a:buNone/>
              <a:defRPr sz="5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9pPr>
          </a:lstStyle>
          <a:p/>
        </p:txBody>
      </p:sp>
      <p:sp>
        <p:nvSpPr>
          <p:cNvPr id="388" name="Google Shape;388;p18"/>
          <p:cNvSpPr txBox="1"/>
          <p:nvPr>
            <p:ph idx="18" type="title"/>
          </p:nvPr>
        </p:nvSpPr>
        <p:spPr>
          <a:xfrm>
            <a:off x="4788588" y="3163356"/>
            <a:ext cx="1839600" cy="77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Font typeface="Hanken Grotesk Light"/>
              <a:buNone/>
              <a:defRPr sz="5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9pPr>
          </a:lstStyle>
          <a:p/>
        </p:txBody>
      </p:sp>
      <p:sp>
        <p:nvSpPr>
          <p:cNvPr id="389" name="Google Shape;389;p18"/>
          <p:cNvSpPr txBox="1"/>
          <p:nvPr>
            <p:ph idx="19" type="title"/>
          </p:nvPr>
        </p:nvSpPr>
        <p:spPr>
          <a:xfrm>
            <a:off x="2552263" y="3163356"/>
            <a:ext cx="1839600" cy="77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Font typeface="Hanken Grotesk Light"/>
              <a:buNone/>
              <a:defRPr sz="5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9pPr>
          </a:lstStyle>
          <a:p/>
        </p:txBody>
      </p:sp>
      <p:sp>
        <p:nvSpPr>
          <p:cNvPr id="390" name="Google Shape;390;p18"/>
          <p:cNvSpPr txBox="1"/>
          <p:nvPr>
            <p:ph idx="20" type="title"/>
          </p:nvPr>
        </p:nvSpPr>
        <p:spPr>
          <a:xfrm>
            <a:off x="360988" y="3164319"/>
            <a:ext cx="1839600" cy="77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Font typeface="Hanken Grotesk Light"/>
              <a:buNone/>
              <a:defRPr sz="5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 3">
  <p:cSld name="CUSTOM_7_1_1_1_1_1_1_1_1_1_1_1_1_1_1_1_1_7_1"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19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393" name="Google Shape;393;p19"/>
          <p:cNvSpPr txBox="1"/>
          <p:nvPr>
            <p:ph type="title"/>
          </p:nvPr>
        </p:nvSpPr>
        <p:spPr>
          <a:xfrm>
            <a:off x="594025" y="539600"/>
            <a:ext cx="7196700" cy="576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9pPr>
          </a:lstStyle>
          <a:p/>
        </p:txBody>
      </p:sp>
      <p:sp>
        <p:nvSpPr>
          <p:cNvPr id="394" name="Google Shape;394;p19"/>
          <p:cNvSpPr txBox="1"/>
          <p:nvPr>
            <p:ph idx="2" type="subTitle"/>
          </p:nvPr>
        </p:nvSpPr>
        <p:spPr>
          <a:xfrm>
            <a:off x="193100" y="3780025"/>
            <a:ext cx="1633200" cy="615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Hanken Grotesk Light"/>
              <a:buNone/>
              <a:defRPr sz="4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5" name="Google Shape;395;p19"/>
          <p:cNvSpPr txBox="1"/>
          <p:nvPr>
            <p:ph idx="3" type="subTitle"/>
          </p:nvPr>
        </p:nvSpPr>
        <p:spPr>
          <a:xfrm>
            <a:off x="1852425" y="4067625"/>
            <a:ext cx="2529000" cy="237600"/>
          </a:xfrm>
          <a:prstGeom prst="rect">
            <a:avLst/>
          </a:prstGeom>
        </p:spPr>
        <p:txBody>
          <a:bodyPr anchorCtr="0" anchor="t" bIns="0" lIns="5400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396" name="Google Shape;396;p19"/>
          <p:cNvSpPr txBox="1"/>
          <p:nvPr>
            <p:ph idx="4" type="subTitle"/>
          </p:nvPr>
        </p:nvSpPr>
        <p:spPr>
          <a:xfrm>
            <a:off x="193100" y="2519863"/>
            <a:ext cx="1633200" cy="615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Hanken Grotesk Light"/>
              <a:buNone/>
              <a:defRPr sz="4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7" name="Google Shape;397;p19"/>
          <p:cNvSpPr txBox="1"/>
          <p:nvPr>
            <p:ph idx="5" type="subTitle"/>
          </p:nvPr>
        </p:nvSpPr>
        <p:spPr>
          <a:xfrm>
            <a:off x="1852425" y="2807463"/>
            <a:ext cx="2529000" cy="237600"/>
          </a:xfrm>
          <a:prstGeom prst="rect">
            <a:avLst/>
          </a:prstGeom>
        </p:spPr>
        <p:txBody>
          <a:bodyPr anchorCtr="0" anchor="t" bIns="0" lIns="5400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398" name="Google Shape;398;p19"/>
          <p:cNvSpPr txBox="1"/>
          <p:nvPr>
            <p:ph idx="6" type="subTitle"/>
          </p:nvPr>
        </p:nvSpPr>
        <p:spPr>
          <a:xfrm>
            <a:off x="219077" y="1259725"/>
            <a:ext cx="1633200" cy="615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Hanken Grotesk Light"/>
              <a:buNone/>
              <a:defRPr sz="4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9" name="Google Shape;399;p19"/>
          <p:cNvSpPr txBox="1"/>
          <p:nvPr>
            <p:ph idx="7" type="subTitle"/>
          </p:nvPr>
        </p:nvSpPr>
        <p:spPr>
          <a:xfrm>
            <a:off x="1852425" y="1547325"/>
            <a:ext cx="2529000" cy="237600"/>
          </a:xfrm>
          <a:prstGeom prst="rect">
            <a:avLst/>
          </a:prstGeom>
        </p:spPr>
        <p:txBody>
          <a:bodyPr anchorCtr="0" anchor="t" bIns="0" lIns="5400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00" name="Google Shape;400;p19"/>
          <p:cNvSpPr txBox="1"/>
          <p:nvPr>
            <p:ph idx="8" type="body"/>
          </p:nvPr>
        </p:nvSpPr>
        <p:spPr>
          <a:xfrm>
            <a:off x="189973" y="4665450"/>
            <a:ext cx="4345200" cy="3744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01" name="Google Shape;401;p19"/>
          <p:cNvSpPr txBox="1"/>
          <p:nvPr>
            <p:ph idx="9" type="body"/>
          </p:nvPr>
        </p:nvSpPr>
        <p:spPr>
          <a:xfrm>
            <a:off x="189973" y="3405288"/>
            <a:ext cx="4345200" cy="3744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02" name="Google Shape;402;p19"/>
          <p:cNvSpPr txBox="1"/>
          <p:nvPr>
            <p:ph idx="13" type="body"/>
          </p:nvPr>
        </p:nvSpPr>
        <p:spPr>
          <a:xfrm>
            <a:off x="199273" y="2145150"/>
            <a:ext cx="4345200" cy="3744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 4">
  <p:cSld name="CUSTOM_7_1_1_1_1_1_1_1_1_1_1_1_1_1_1_1_1_7_2"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20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405" name="Google Shape;405;p20"/>
          <p:cNvSpPr txBox="1"/>
          <p:nvPr>
            <p:ph type="title"/>
          </p:nvPr>
        </p:nvSpPr>
        <p:spPr>
          <a:xfrm>
            <a:off x="594025" y="539600"/>
            <a:ext cx="7196700" cy="576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9pPr>
          </a:lstStyle>
          <a:p/>
        </p:txBody>
      </p:sp>
      <p:sp>
        <p:nvSpPr>
          <p:cNvPr id="406" name="Google Shape;406;p20"/>
          <p:cNvSpPr txBox="1"/>
          <p:nvPr>
            <p:ph idx="2" type="subTitle"/>
          </p:nvPr>
        </p:nvSpPr>
        <p:spPr>
          <a:xfrm>
            <a:off x="189375" y="4264275"/>
            <a:ext cx="1529400" cy="572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Light"/>
              <a:buNone/>
              <a:defRPr sz="3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07" name="Google Shape;407;p20"/>
          <p:cNvSpPr txBox="1"/>
          <p:nvPr>
            <p:ph idx="3" type="subTitle"/>
          </p:nvPr>
        </p:nvSpPr>
        <p:spPr>
          <a:xfrm>
            <a:off x="190425" y="3693375"/>
            <a:ext cx="1529400" cy="572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Light"/>
              <a:buNone/>
              <a:defRPr sz="3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08" name="Google Shape;408;p20"/>
          <p:cNvSpPr txBox="1"/>
          <p:nvPr>
            <p:ph idx="4" type="subTitle"/>
          </p:nvPr>
        </p:nvSpPr>
        <p:spPr>
          <a:xfrm>
            <a:off x="190425" y="3118013"/>
            <a:ext cx="1529400" cy="572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Light"/>
              <a:buNone/>
              <a:defRPr sz="3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09" name="Google Shape;409;p20"/>
          <p:cNvSpPr txBox="1"/>
          <p:nvPr>
            <p:ph idx="5" type="subTitle"/>
          </p:nvPr>
        </p:nvSpPr>
        <p:spPr>
          <a:xfrm>
            <a:off x="191475" y="2547113"/>
            <a:ext cx="1529400" cy="572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Light"/>
              <a:buNone/>
              <a:defRPr sz="3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10" name="Google Shape;410;p20"/>
          <p:cNvSpPr txBox="1"/>
          <p:nvPr>
            <p:ph idx="6" type="subTitle"/>
          </p:nvPr>
        </p:nvSpPr>
        <p:spPr>
          <a:xfrm>
            <a:off x="190950" y="1971763"/>
            <a:ext cx="1529400" cy="572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Light"/>
              <a:buNone/>
              <a:defRPr sz="3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11" name="Google Shape;411;p20"/>
          <p:cNvSpPr txBox="1"/>
          <p:nvPr>
            <p:ph idx="7" type="subTitle"/>
          </p:nvPr>
        </p:nvSpPr>
        <p:spPr>
          <a:xfrm>
            <a:off x="192000" y="1400863"/>
            <a:ext cx="1529400" cy="572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Light"/>
              <a:buNone/>
              <a:defRPr sz="3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12" name="Google Shape;412;p20"/>
          <p:cNvSpPr txBox="1"/>
          <p:nvPr>
            <p:ph idx="8" type="subTitle"/>
          </p:nvPr>
        </p:nvSpPr>
        <p:spPr>
          <a:xfrm>
            <a:off x="1967073" y="2550100"/>
            <a:ext cx="12168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13" name="Google Shape;413;p20"/>
          <p:cNvSpPr txBox="1"/>
          <p:nvPr>
            <p:ph idx="9" type="subTitle"/>
          </p:nvPr>
        </p:nvSpPr>
        <p:spPr>
          <a:xfrm>
            <a:off x="1967073" y="1400875"/>
            <a:ext cx="12168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14" name="Google Shape;414;p20"/>
          <p:cNvSpPr txBox="1"/>
          <p:nvPr>
            <p:ph idx="13" type="subTitle"/>
          </p:nvPr>
        </p:nvSpPr>
        <p:spPr>
          <a:xfrm>
            <a:off x="1967073" y="1971775"/>
            <a:ext cx="12168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15" name="Google Shape;415;p20"/>
          <p:cNvSpPr txBox="1"/>
          <p:nvPr>
            <p:ph idx="14" type="subTitle"/>
          </p:nvPr>
        </p:nvSpPr>
        <p:spPr>
          <a:xfrm>
            <a:off x="1967073" y="3121000"/>
            <a:ext cx="12168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16" name="Google Shape;416;p20"/>
          <p:cNvSpPr txBox="1"/>
          <p:nvPr>
            <p:ph idx="15" type="subTitle"/>
          </p:nvPr>
        </p:nvSpPr>
        <p:spPr>
          <a:xfrm>
            <a:off x="1967073" y="4262800"/>
            <a:ext cx="12168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17" name="Google Shape;417;p20"/>
          <p:cNvSpPr txBox="1"/>
          <p:nvPr>
            <p:ph idx="16" type="subTitle"/>
          </p:nvPr>
        </p:nvSpPr>
        <p:spPr>
          <a:xfrm>
            <a:off x="1967073" y="3691900"/>
            <a:ext cx="12168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18" name="Google Shape;418;p20"/>
          <p:cNvSpPr txBox="1"/>
          <p:nvPr>
            <p:ph idx="17" type="body"/>
          </p:nvPr>
        </p:nvSpPr>
        <p:spPr>
          <a:xfrm>
            <a:off x="3741773" y="1973250"/>
            <a:ext cx="51372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19" name="Google Shape;419;p20"/>
          <p:cNvSpPr txBox="1"/>
          <p:nvPr>
            <p:ph idx="18" type="body"/>
          </p:nvPr>
        </p:nvSpPr>
        <p:spPr>
          <a:xfrm>
            <a:off x="3741773" y="2551575"/>
            <a:ext cx="51372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20" name="Google Shape;420;p20"/>
          <p:cNvSpPr txBox="1"/>
          <p:nvPr>
            <p:ph idx="19" type="body"/>
          </p:nvPr>
        </p:nvSpPr>
        <p:spPr>
          <a:xfrm>
            <a:off x="3741773" y="3122475"/>
            <a:ext cx="51372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21" name="Google Shape;421;p20"/>
          <p:cNvSpPr txBox="1"/>
          <p:nvPr>
            <p:ph idx="20" type="body"/>
          </p:nvPr>
        </p:nvSpPr>
        <p:spPr>
          <a:xfrm>
            <a:off x="3741773" y="3693375"/>
            <a:ext cx="51372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22" name="Google Shape;422;p20"/>
          <p:cNvSpPr txBox="1"/>
          <p:nvPr>
            <p:ph idx="21" type="body"/>
          </p:nvPr>
        </p:nvSpPr>
        <p:spPr>
          <a:xfrm>
            <a:off x="3741773" y="4264275"/>
            <a:ext cx="51372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23" name="Google Shape;423;p20"/>
          <p:cNvSpPr txBox="1"/>
          <p:nvPr>
            <p:ph idx="22" type="body"/>
          </p:nvPr>
        </p:nvSpPr>
        <p:spPr>
          <a:xfrm>
            <a:off x="3741773" y="1402350"/>
            <a:ext cx="51372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and folder background 2">
  <p:cSld name="CUSTOM_1_1_1_1"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21"/>
          <p:cNvSpPr/>
          <p:nvPr/>
        </p:nvSpPr>
        <p:spPr>
          <a:xfrm>
            <a:off x="-2450" y="486600"/>
            <a:ext cx="9144000" cy="4656900"/>
          </a:xfrm>
          <a:prstGeom prst="roundRect">
            <a:avLst>
              <a:gd fmla="val 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426" name="Google Shape;426;p21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427" name="Google Shape;427;p21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428" name="Google Shape;428;p21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429" name="Google Shape;429;p21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30" name="Google Shape;430;p21"/>
          <p:cNvSpPr txBox="1"/>
          <p:nvPr>
            <p:ph idx="4" type="subTitle"/>
          </p:nvPr>
        </p:nvSpPr>
        <p:spPr>
          <a:xfrm>
            <a:off x="1759000" y="3017700"/>
            <a:ext cx="2336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Hanken Grotesk Light"/>
              <a:buNone/>
              <a:defRPr sz="22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1" name="Google Shape;431;p21"/>
          <p:cNvSpPr txBox="1"/>
          <p:nvPr>
            <p:ph idx="5" type="subTitle"/>
          </p:nvPr>
        </p:nvSpPr>
        <p:spPr>
          <a:xfrm>
            <a:off x="1758250" y="1663775"/>
            <a:ext cx="2336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Hanken Grotesk Light"/>
              <a:buNone/>
              <a:defRPr sz="22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2" name="Google Shape;432;p21"/>
          <p:cNvSpPr txBox="1"/>
          <p:nvPr>
            <p:ph idx="6" type="subTitle"/>
          </p:nvPr>
        </p:nvSpPr>
        <p:spPr>
          <a:xfrm>
            <a:off x="1758250" y="2340600"/>
            <a:ext cx="2336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Hanken Grotesk Light"/>
              <a:buNone/>
              <a:defRPr sz="22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3" name="Google Shape;433;p21"/>
          <p:cNvSpPr txBox="1"/>
          <p:nvPr>
            <p:ph idx="7" type="subTitle"/>
          </p:nvPr>
        </p:nvSpPr>
        <p:spPr>
          <a:xfrm>
            <a:off x="1758250" y="3694800"/>
            <a:ext cx="2336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Hanken Grotesk Light"/>
              <a:buNone/>
              <a:defRPr sz="22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4" name="Google Shape;434;p21"/>
          <p:cNvSpPr txBox="1"/>
          <p:nvPr>
            <p:ph idx="8" type="subTitle"/>
          </p:nvPr>
        </p:nvSpPr>
        <p:spPr>
          <a:xfrm>
            <a:off x="1758250" y="4367075"/>
            <a:ext cx="2336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Hanken Grotesk Light"/>
              <a:buNone/>
              <a:defRPr sz="22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5" name="Google Shape;435;p21"/>
          <p:cNvSpPr txBox="1"/>
          <p:nvPr>
            <p:ph idx="9" type="subTitle"/>
          </p:nvPr>
        </p:nvSpPr>
        <p:spPr>
          <a:xfrm>
            <a:off x="228148" y="3019975"/>
            <a:ext cx="810000" cy="374400"/>
          </a:xfrm>
          <a:prstGeom prst="rect">
            <a:avLst/>
          </a:prstGeom>
        </p:spPr>
        <p:txBody>
          <a:bodyPr anchorCtr="0" anchor="t" bIns="10800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36" name="Google Shape;436;p21"/>
          <p:cNvSpPr txBox="1"/>
          <p:nvPr>
            <p:ph idx="13" type="subTitle"/>
          </p:nvPr>
        </p:nvSpPr>
        <p:spPr>
          <a:xfrm>
            <a:off x="228148" y="1666050"/>
            <a:ext cx="810000" cy="374400"/>
          </a:xfrm>
          <a:prstGeom prst="rect">
            <a:avLst/>
          </a:prstGeom>
        </p:spPr>
        <p:txBody>
          <a:bodyPr anchorCtr="0" anchor="t" bIns="10800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37" name="Google Shape;437;p21"/>
          <p:cNvSpPr txBox="1"/>
          <p:nvPr>
            <p:ph idx="14" type="subTitle"/>
          </p:nvPr>
        </p:nvSpPr>
        <p:spPr>
          <a:xfrm>
            <a:off x="228148" y="2342875"/>
            <a:ext cx="810000" cy="374400"/>
          </a:xfrm>
          <a:prstGeom prst="rect">
            <a:avLst/>
          </a:prstGeom>
        </p:spPr>
        <p:txBody>
          <a:bodyPr anchorCtr="0" anchor="t" bIns="10800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38" name="Google Shape;438;p21"/>
          <p:cNvSpPr txBox="1"/>
          <p:nvPr>
            <p:ph idx="15" type="subTitle"/>
          </p:nvPr>
        </p:nvSpPr>
        <p:spPr>
          <a:xfrm>
            <a:off x="228148" y="3697075"/>
            <a:ext cx="810000" cy="374400"/>
          </a:xfrm>
          <a:prstGeom prst="rect">
            <a:avLst/>
          </a:prstGeom>
        </p:spPr>
        <p:txBody>
          <a:bodyPr anchorCtr="0" anchor="t" bIns="10800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39" name="Google Shape;439;p21"/>
          <p:cNvSpPr txBox="1"/>
          <p:nvPr>
            <p:ph idx="16" type="subTitle"/>
          </p:nvPr>
        </p:nvSpPr>
        <p:spPr>
          <a:xfrm>
            <a:off x="228148" y="4369350"/>
            <a:ext cx="810000" cy="374400"/>
          </a:xfrm>
          <a:prstGeom prst="rect">
            <a:avLst/>
          </a:prstGeom>
        </p:spPr>
        <p:txBody>
          <a:bodyPr anchorCtr="0" anchor="t" bIns="10800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40" name="Google Shape;440;p21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41" name="Google Shape;441;p21"/>
          <p:cNvSpPr txBox="1"/>
          <p:nvPr>
            <p:ph idx="18" type="body"/>
          </p:nvPr>
        </p:nvSpPr>
        <p:spPr>
          <a:xfrm>
            <a:off x="4571300" y="4367075"/>
            <a:ext cx="4345200" cy="374400"/>
          </a:xfrm>
          <a:prstGeom prst="rect">
            <a:avLst/>
          </a:prstGeom>
        </p:spPr>
        <p:txBody>
          <a:bodyPr anchorCtr="0" anchor="t" bIns="108000" lIns="91425" spcFirstLastPara="1" rIns="91425" wrap="square" tIns="72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42" name="Google Shape;442;p21"/>
          <p:cNvSpPr txBox="1"/>
          <p:nvPr>
            <p:ph idx="19" type="body"/>
          </p:nvPr>
        </p:nvSpPr>
        <p:spPr>
          <a:xfrm>
            <a:off x="4571300" y="3694800"/>
            <a:ext cx="4345200" cy="374400"/>
          </a:xfrm>
          <a:prstGeom prst="rect">
            <a:avLst/>
          </a:prstGeom>
        </p:spPr>
        <p:txBody>
          <a:bodyPr anchorCtr="0" anchor="t" bIns="108000" lIns="91425" spcFirstLastPara="1" rIns="91425" wrap="square" tIns="72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43" name="Google Shape;443;p21"/>
          <p:cNvSpPr txBox="1"/>
          <p:nvPr>
            <p:ph idx="20" type="body"/>
          </p:nvPr>
        </p:nvSpPr>
        <p:spPr>
          <a:xfrm>
            <a:off x="4571300" y="3017700"/>
            <a:ext cx="4345200" cy="374400"/>
          </a:xfrm>
          <a:prstGeom prst="rect">
            <a:avLst/>
          </a:prstGeom>
        </p:spPr>
        <p:txBody>
          <a:bodyPr anchorCtr="0" anchor="t" bIns="108000" lIns="91425" spcFirstLastPara="1" rIns="91425" wrap="square" tIns="72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44" name="Google Shape;444;p21"/>
          <p:cNvSpPr txBox="1"/>
          <p:nvPr>
            <p:ph idx="21" type="body"/>
          </p:nvPr>
        </p:nvSpPr>
        <p:spPr>
          <a:xfrm>
            <a:off x="4571300" y="2340600"/>
            <a:ext cx="4345200" cy="374400"/>
          </a:xfrm>
          <a:prstGeom prst="rect">
            <a:avLst/>
          </a:prstGeom>
        </p:spPr>
        <p:txBody>
          <a:bodyPr anchorCtr="0" anchor="t" bIns="108000" lIns="91425" spcFirstLastPara="1" rIns="91425" wrap="square" tIns="72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45" name="Google Shape;445;p21"/>
          <p:cNvSpPr txBox="1"/>
          <p:nvPr>
            <p:ph idx="22" type="body"/>
          </p:nvPr>
        </p:nvSpPr>
        <p:spPr>
          <a:xfrm>
            <a:off x="4571300" y="1663775"/>
            <a:ext cx="4345200" cy="374400"/>
          </a:xfrm>
          <a:prstGeom prst="rect">
            <a:avLst/>
          </a:prstGeom>
        </p:spPr>
        <p:txBody>
          <a:bodyPr anchorCtr="0" anchor="t" bIns="108000" lIns="91425" spcFirstLastPara="1" rIns="91425" wrap="square" tIns="72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and folder background 3">
  <p:cSld name="CUSTOM_1_1_1_1_1"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22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448" name="Google Shape;448;p22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449" name="Google Shape;449;p22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450" name="Google Shape;450;p22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451" name="Google Shape;451;p22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grpSp>
        <p:nvGrpSpPr>
          <p:cNvPr id="452" name="Google Shape;452;p22"/>
          <p:cNvGrpSpPr/>
          <p:nvPr/>
        </p:nvGrpSpPr>
        <p:grpSpPr>
          <a:xfrm>
            <a:off x="-2450" y="131788"/>
            <a:ext cx="9144000" cy="5011712"/>
            <a:chOff x="-2450" y="131788"/>
            <a:chExt cx="9144000" cy="5011712"/>
          </a:xfrm>
        </p:grpSpPr>
        <p:sp>
          <p:nvSpPr>
            <p:cNvPr id="453" name="Google Shape;453;p22"/>
            <p:cNvSpPr/>
            <p:nvPr/>
          </p:nvSpPr>
          <p:spPr>
            <a:xfrm>
              <a:off x="-2450" y="486600"/>
              <a:ext cx="9144000" cy="4656900"/>
            </a:xfrm>
            <a:prstGeom prst="roundRect">
              <a:avLst>
                <a:gd fmla="val 0" name="adj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Arial"/>
                <a:buNone/>
              </a:pPr>
              <a:r>
                <a:rPr lang="en">
                  <a:solidFill>
                    <a:schemeClr val="dk1"/>
                  </a:solidFill>
                  <a:latin typeface="Hanken Grotesk"/>
                  <a:ea typeface="Hanken Grotesk"/>
                  <a:cs typeface="Hanken Grotesk"/>
                  <a:sym typeface="Hanken Grotesk"/>
                </a:rPr>
                <a:t> </a:t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454" name="Google Shape;454;p22"/>
            <p:cNvSpPr/>
            <p:nvPr/>
          </p:nvSpPr>
          <p:spPr>
            <a:xfrm>
              <a:off x="5278763" y="131788"/>
              <a:ext cx="2245995" cy="360013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55" name="Google Shape;455;p22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456" name="Google Shape;456;p22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57" name="Google Shape;457;p22"/>
          <p:cNvSpPr txBox="1"/>
          <p:nvPr>
            <p:ph idx="4" type="subTitle"/>
          </p:nvPr>
        </p:nvSpPr>
        <p:spPr>
          <a:xfrm>
            <a:off x="229085" y="1666050"/>
            <a:ext cx="1170000" cy="374400"/>
          </a:xfrm>
          <a:prstGeom prst="rect">
            <a:avLst/>
          </a:prstGeom>
        </p:spPr>
        <p:txBody>
          <a:bodyPr anchorCtr="0" anchor="t" bIns="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58" name="Google Shape;458;p22"/>
          <p:cNvSpPr txBox="1"/>
          <p:nvPr>
            <p:ph idx="5" type="subTitle"/>
          </p:nvPr>
        </p:nvSpPr>
        <p:spPr>
          <a:xfrm>
            <a:off x="229085" y="2341863"/>
            <a:ext cx="1170000" cy="374400"/>
          </a:xfrm>
          <a:prstGeom prst="rect">
            <a:avLst/>
          </a:prstGeom>
        </p:spPr>
        <p:txBody>
          <a:bodyPr anchorCtr="0" anchor="t" bIns="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59" name="Google Shape;459;p22"/>
          <p:cNvSpPr txBox="1"/>
          <p:nvPr>
            <p:ph idx="6" type="subTitle"/>
          </p:nvPr>
        </p:nvSpPr>
        <p:spPr>
          <a:xfrm>
            <a:off x="229085" y="3018975"/>
            <a:ext cx="1170000" cy="374400"/>
          </a:xfrm>
          <a:prstGeom prst="rect">
            <a:avLst/>
          </a:prstGeom>
        </p:spPr>
        <p:txBody>
          <a:bodyPr anchorCtr="0" anchor="t" bIns="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60" name="Google Shape;460;p22"/>
          <p:cNvSpPr txBox="1"/>
          <p:nvPr>
            <p:ph idx="7" type="subTitle"/>
          </p:nvPr>
        </p:nvSpPr>
        <p:spPr>
          <a:xfrm>
            <a:off x="229085" y="3694788"/>
            <a:ext cx="1170000" cy="374400"/>
          </a:xfrm>
          <a:prstGeom prst="rect">
            <a:avLst/>
          </a:prstGeom>
        </p:spPr>
        <p:txBody>
          <a:bodyPr anchorCtr="0" anchor="t" bIns="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61" name="Google Shape;461;p22"/>
          <p:cNvSpPr txBox="1"/>
          <p:nvPr>
            <p:ph idx="8" type="subTitle"/>
          </p:nvPr>
        </p:nvSpPr>
        <p:spPr>
          <a:xfrm>
            <a:off x="229085" y="4371888"/>
            <a:ext cx="1170000" cy="374400"/>
          </a:xfrm>
          <a:prstGeom prst="rect">
            <a:avLst/>
          </a:prstGeom>
        </p:spPr>
        <p:txBody>
          <a:bodyPr anchorCtr="0" anchor="t" bIns="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62" name="Google Shape;462;p22"/>
          <p:cNvSpPr txBox="1"/>
          <p:nvPr>
            <p:ph idx="9" type="title"/>
          </p:nvPr>
        </p:nvSpPr>
        <p:spPr>
          <a:xfrm>
            <a:off x="596525" y="753324"/>
            <a:ext cx="7062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63" name="Google Shape;463;p22"/>
          <p:cNvSpPr txBox="1"/>
          <p:nvPr>
            <p:ph idx="13" type="subTitle"/>
          </p:nvPr>
        </p:nvSpPr>
        <p:spPr>
          <a:xfrm>
            <a:off x="7916986" y="1436834"/>
            <a:ext cx="810000" cy="226800"/>
          </a:xfrm>
          <a:prstGeom prst="rect">
            <a:avLst/>
          </a:prstGeom>
        </p:spPr>
        <p:txBody>
          <a:bodyPr anchorCtr="0" anchor="t" bIns="72000" lIns="90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64" name="Google Shape;464;p22"/>
          <p:cNvSpPr txBox="1"/>
          <p:nvPr>
            <p:ph idx="14" type="subTitle"/>
          </p:nvPr>
        </p:nvSpPr>
        <p:spPr>
          <a:xfrm>
            <a:off x="6689861" y="1436834"/>
            <a:ext cx="810000" cy="226800"/>
          </a:xfrm>
          <a:prstGeom prst="rect">
            <a:avLst/>
          </a:prstGeom>
        </p:spPr>
        <p:txBody>
          <a:bodyPr anchorCtr="0" anchor="t" bIns="72000" lIns="90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65" name="Google Shape;465;p22"/>
          <p:cNvSpPr txBox="1"/>
          <p:nvPr>
            <p:ph idx="15" type="subTitle"/>
          </p:nvPr>
        </p:nvSpPr>
        <p:spPr>
          <a:xfrm>
            <a:off x="5462861" y="1436834"/>
            <a:ext cx="810000" cy="226800"/>
          </a:xfrm>
          <a:prstGeom prst="rect">
            <a:avLst/>
          </a:prstGeom>
        </p:spPr>
        <p:txBody>
          <a:bodyPr anchorCtr="0" anchor="t" bIns="72000" lIns="90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66" name="Google Shape;466;p22"/>
          <p:cNvSpPr txBox="1"/>
          <p:nvPr>
            <p:ph idx="16" type="subTitle"/>
          </p:nvPr>
        </p:nvSpPr>
        <p:spPr>
          <a:xfrm>
            <a:off x="4235836" y="1436834"/>
            <a:ext cx="810000" cy="226800"/>
          </a:xfrm>
          <a:prstGeom prst="rect">
            <a:avLst/>
          </a:prstGeom>
        </p:spPr>
        <p:txBody>
          <a:bodyPr anchorCtr="0" anchor="t" bIns="72000" lIns="90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67" name="Google Shape;467;p22"/>
          <p:cNvSpPr txBox="1"/>
          <p:nvPr>
            <p:ph idx="17" type="subTitle"/>
          </p:nvPr>
        </p:nvSpPr>
        <p:spPr>
          <a:xfrm>
            <a:off x="3008011" y="1436834"/>
            <a:ext cx="810000" cy="226800"/>
          </a:xfrm>
          <a:prstGeom prst="rect">
            <a:avLst/>
          </a:prstGeom>
        </p:spPr>
        <p:txBody>
          <a:bodyPr anchorCtr="0" anchor="t" bIns="72000" lIns="90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68" name="Google Shape;468;p22"/>
          <p:cNvSpPr txBox="1"/>
          <p:nvPr>
            <p:ph idx="18" type="subTitle"/>
          </p:nvPr>
        </p:nvSpPr>
        <p:spPr>
          <a:xfrm>
            <a:off x="1781686" y="1436834"/>
            <a:ext cx="810000" cy="226800"/>
          </a:xfrm>
          <a:prstGeom prst="rect">
            <a:avLst/>
          </a:prstGeom>
        </p:spPr>
        <p:txBody>
          <a:bodyPr anchorCtr="0" anchor="t" bIns="72000" lIns="90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er">
  <p:cSld name="CUSTOM_3"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23"/>
          <p:cNvSpPr/>
          <p:nvPr/>
        </p:nvSpPr>
        <p:spPr>
          <a:xfrm>
            <a:off x="-2450" y="486600"/>
            <a:ext cx="9144000" cy="4656900"/>
          </a:xfrm>
          <a:prstGeom prst="roundRect">
            <a:avLst>
              <a:gd fmla="val 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471" name="Google Shape;471;p23"/>
          <p:cNvSpPr txBox="1"/>
          <p:nvPr>
            <p:ph type="title"/>
          </p:nvPr>
        </p:nvSpPr>
        <p:spPr>
          <a:xfrm>
            <a:off x="593175" y="486000"/>
            <a:ext cx="7916400" cy="27432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Neuton Light"/>
              <a:buNone/>
              <a:defRPr sz="8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9pPr>
          </a:lstStyle>
          <a:p/>
        </p:txBody>
      </p:sp>
      <p:sp>
        <p:nvSpPr>
          <p:cNvPr id="472" name="Google Shape;472;p23"/>
          <p:cNvSpPr txBox="1"/>
          <p:nvPr>
            <p:ph idx="1" type="body"/>
          </p:nvPr>
        </p:nvSpPr>
        <p:spPr>
          <a:xfrm>
            <a:off x="575438" y="4387200"/>
            <a:ext cx="2919600" cy="6480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9pPr>
          </a:lstStyle>
          <a:p/>
        </p:txBody>
      </p:sp>
      <p:sp>
        <p:nvSpPr>
          <p:cNvPr id="473" name="Google Shape;473;p23"/>
          <p:cNvSpPr txBox="1"/>
          <p:nvPr>
            <p:ph idx="2" type="subTitle"/>
          </p:nvPr>
        </p:nvSpPr>
        <p:spPr>
          <a:xfrm>
            <a:off x="1284638" y="2148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4" name="Google Shape;474;p23"/>
          <p:cNvSpPr txBox="1"/>
          <p:nvPr>
            <p:ph idx="3" type="subTitle"/>
          </p:nvPr>
        </p:nvSpPr>
        <p:spPr>
          <a:xfrm>
            <a:off x="5539500" y="4387200"/>
            <a:ext cx="3002400" cy="64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er 1">
  <p:cSld name="CUSTOM_3_1">
    <p:bg>
      <p:bgPr>
        <a:solidFill>
          <a:schemeClr val="dk2"/>
        </a:solidFill>
      </p:bgPr>
    </p:bg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24"/>
          <p:cNvSpPr/>
          <p:nvPr/>
        </p:nvSpPr>
        <p:spPr>
          <a:xfrm>
            <a:off x="-2450" y="486600"/>
            <a:ext cx="9144000" cy="4656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477" name="Google Shape;477;p24"/>
          <p:cNvSpPr txBox="1"/>
          <p:nvPr>
            <p:ph type="title"/>
          </p:nvPr>
        </p:nvSpPr>
        <p:spPr>
          <a:xfrm>
            <a:off x="593175" y="486000"/>
            <a:ext cx="7916400" cy="27432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Neuton Light"/>
              <a:buNone/>
              <a:defRPr sz="8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9pPr>
          </a:lstStyle>
          <a:p/>
        </p:txBody>
      </p:sp>
      <p:sp>
        <p:nvSpPr>
          <p:cNvPr id="478" name="Google Shape;478;p24"/>
          <p:cNvSpPr txBox="1"/>
          <p:nvPr>
            <p:ph idx="1" type="body"/>
          </p:nvPr>
        </p:nvSpPr>
        <p:spPr>
          <a:xfrm>
            <a:off x="575438" y="4387200"/>
            <a:ext cx="2919600" cy="6480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9pPr>
          </a:lstStyle>
          <a:p/>
        </p:txBody>
      </p:sp>
      <p:sp>
        <p:nvSpPr>
          <p:cNvPr id="479" name="Google Shape;479;p24"/>
          <p:cNvSpPr txBox="1"/>
          <p:nvPr>
            <p:ph idx="2" type="subTitle"/>
          </p:nvPr>
        </p:nvSpPr>
        <p:spPr>
          <a:xfrm>
            <a:off x="5539500" y="4387200"/>
            <a:ext cx="3002400" cy="64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0" name="Google Shape;480;p24"/>
          <p:cNvSpPr txBox="1"/>
          <p:nvPr>
            <p:ph idx="3" type="subTitle"/>
          </p:nvPr>
        </p:nvSpPr>
        <p:spPr>
          <a:xfrm>
            <a:off x="1284638" y="2148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lumns 1 1">
  <p:cSld name="CUSTOM_7_1_1_1_1_1_1_1_1_1_1_1_1_1_1_1_1_6_1"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25"/>
          <p:cNvSpPr txBox="1"/>
          <p:nvPr>
            <p:ph type="title"/>
          </p:nvPr>
        </p:nvSpPr>
        <p:spPr>
          <a:xfrm>
            <a:off x="2184250" y="1632575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83" name="Google Shape;483;p25"/>
          <p:cNvSpPr txBox="1"/>
          <p:nvPr>
            <p:ph idx="2" type="title"/>
          </p:nvPr>
        </p:nvSpPr>
        <p:spPr>
          <a:xfrm>
            <a:off x="3962263" y="1632575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84" name="Google Shape;484;p25"/>
          <p:cNvSpPr txBox="1"/>
          <p:nvPr>
            <p:ph idx="3" type="title"/>
          </p:nvPr>
        </p:nvSpPr>
        <p:spPr>
          <a:xfrm>
            <a:off x="406525" y="1632575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85" name="Google Shape;485;p25"/>
          <p:cNvSpPr txBox="1"/>
          <p:nvPr>
            <p:ph idx="4" type="title"/>
          </p:nvPr>
        </p:nvSpPr>
        <p:spPr>
          <a:xfrm>
            <a:off x="5729600" y="1632575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86" name="Google Shape;486;p25"/>
          <p:cNvSpPr txBox="1"/>
          <p:nvPr>
            <p:ph idx="5" type="title"/>
          </p:nvPr>
        </p:nvSpPr>
        <p:spPr>
          <a:xfrm>
            <a:off x="7518138" y="1632575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87" name="Google Shape;487;p25"/>
          <p:cNvSpPr txBox="1"/>
          <p:nvPr>
            <p:ph idx="6" type="title"/>
          </p:nvPr>
        </p:nvSpPr>
        <p:spPr>
          <a:xfrm>
            <a:off x="224752" y="604888"/>
            <a:ext cx="1778700" cy="6519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88" name="Google Shape;488;p25"/>
          <p:cNvSpPr txBox="1"/>
          <p:nvPr>
            <p:ph idx="7" type="title"/>
          </p:nvPr>
        </p:nvSpPr>
        <p:spPr>
          <a:xfrm>
            <a:off x="2003802" y="604888"/>
            <a:ext cx="1778700" cy="6519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89" name="Google Shape;489;p25"/>
          <p:cNvSpPr txBox="1"/>
          <p:nvPr>
            <p:ph idx="8" type="title"/>
          </p:nvPr>
        </p:nvSpPr>
        <p:spPr>
          <a:xfrm>
            <a:off x="3780502" y="604888"/>
            <a:ext cx="1778700" cy="6519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90" name="Google Shape;490;p25"/>
          <p:cNvSpPr txBox="1"/>
          <p:nvPr>
            <p:ph idx="9" type="title"/>
          </p:nvPr>
        </p:nvSpPr>
        <p:spPr>
          <a:xfrm>
            <a:off x="5558652" y="604888"/>
            <a:ext cx="1778700" cy="6519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91" name="Google Shape;491;p25"/>
          <p:cNvSpPr txBox="1"/>
          <p:nvPr>
            <p:ph idx="13" type="title"/>
          </p:nvPr>
        </p:nvSpPr>
        <p:spPr>
          <a:xfrm>
            <a:off x="7336452" y="604888"/>
            <a:ext cx="1778700" cy="6519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92" name="Google Shape;492;p25"/>
          <p:cNvSpPr txBox="1"/>
          <p:nvPr>
            <p:ph idx="14" type="title"/>
          </p:nvPr>
        </p:nvSpPr>
        <p:spPr>
          <a:xfrm>
            <a:off x="7339963" y="2535900"/>
            <a:ext cx="1581000" cy="6519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493" name="Google Shape;493;p25"/>
          <p:cNvSpPr txBox="1"/>
          <p:nvPr>
            <p:ph idx="15" type="title"/>
          </p:nvPr>
        </p:nvSpPr>
        <p:spPr>
          <a:xfrm>
            <a:off x="3780063" y="2535900"/>
            <a:ext cx="1581000" cy="6519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494" name="Google Shape;494;p25"/>
          <p:cNvSpPr txBox="1"/>
          <p:nvPr>
            <p:ph idx="16" type="title"/>
          </p:nvPr>
        </p:nvSpPr>
        <p:spPr>
          <a:xfrm>
            <a:off x="5557163" y="2535900"/>
            <a:ext cx="1581000" cy="6519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495" name="Google Shape;495;p25"/>
          <p:cNvSpPr txBox="1"/>
          <p:nvPr>
            <p:ph idx="17" type="title"/>
          </p:nvPr>
        </p:nvSpPr>
        <p:spPr>
          <a:xfrm>
            <a:off x="227650" y="2535900"/>
            <a:ext cx="1581000" cy="6519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496" name="Google Shape;496;p25"/>
          <p:cNvSpPr txBox="1"/>
          <p:nvPr>
            <p:ph idx="18" type="title"/>
          </p:nvPr>
        </p:nvSpPr>
        <p:spPr>
          <a:xfrm>
            <a:off x="2004750" y="2535900"/>
            <a:ext cx="1581000" cy="6519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497" name="Google Shape;497;p25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498" name="Google Shape;498;p25"/>
          <p:cNvSpPr txBox="1"/>
          <p:nvPr>
            <p:ph idx="19" type="body"/>
          </p:nvPr>
        </p:nvSpPr>
        <p:spPr>
          <a:xfrm>
            <a:off x="223881" y="44915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99" name="Google Shape;499;p25"/>
          <p:cNvSpPr txBox="1"/>
          <p:nvPr>
            <p:ph idx="20" type="body"/>
          </p:nvPr>
        </p:nvSpPr>
        <p:spPr>
          <a:xfrm>
            <a:off x="2004019" y="44915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0" name="Google Shape;500;p25"/>
          <p:cNvSpPr txBox="1"/>
          <p:nvPr>
            <p:ph idx="21" type="body"/>
          </p:nvPr>
        </p:nvSpPr>
        <p:spPr>
          <a:xfrm>
            <a:off x="3780063" y="44915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1" name="Google Shape;501;p25"/>
          <p:cNvSpPr txBox="1"/>
          <p:nvPr>
            <p:ph idx="22" type="body"/>
          </p:nvPr>
        </p:nvSpPr>
        <p:spPr>
          <a:xfrm>
            <a:off x="5557163" y="44915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2" name="Google Shape;502;p25"/>
          <p:cNvSpPr txBox="1"/>
          <p:nvPr>
            <p:ph idx="23" type="body"/>
          </p:nvPr>
        </p:nvSpPr>
        <p:spPr>
          <a:xfrm>
            <a:off x="7334263" y="44915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3" name="Google Shape;503;p25"/>
          <p:cNvSpPr txBox="1"/>
          <p:nvPr>
            <p:ph idx="24" type="body"/>
          </p:nvPr>
        </p:nvSpPr>
        <p:spPr>
          <a:xfrm>
            <a:off x="226606" y="38396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4" name="Google Shape;504;p25"/>
          <p:cNvSpPr txBox="1"/>
          <p:nvPr>
            <p:ph idx="25" type="body"/>
          </p:nvPr>
        </p:nvSpPr>
        <p:spPr>
          <a:xfrm>
            <a:off x="2006744" y="38396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5" name="Google Shape;505;p25"/>
          <p:cNvSpPr txBox="1"/>
          <p:nvPr>
            <p:ph idx="26" type="body"/>
          </p:nvPr>
        </p:nvSpPr>
        <p:spPr>
          <a:xfrm>
            <a:off x="3782788" y="38396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6" name="Google Shape;506;p25"/>
          <p:cNvSpPr txBox="1"/>
          <p:nvPr>
            <p:ph idx="27" type="body"/>
          </p:nvPr>
        </p:nvSpPr>
        <p:spPr>
          <a:xfrm>
            <a:off x="5559888" y="38396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7" name="Google Shape;507;p25"/>
          <p:cNvSpPr txBox="1"/>
          <p:nvPr>
            <p:ph idx="28" type="body"/>
          </p:nvPr>
        </p:nvSpPr>
        <p:spPr>
          <a:xfrm>
            <a:off x="7339713" y="38396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8" name="Google Shape;508;p25"/>
          <p:cNvSpPr txBox="1"/>
          <p:nvPr>
            <p:ph idx="29" type="body"/>
          </p:nvPr>
        </p:nvSpPr>
        <p:spPr>
          <a:xfrm>
            <a:off x="223519" y="3187800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9" name="Google Shape;509;p25"/>
          <p:cNvSpPr txBox="1"/>
          <p:nvPr>
            <p:ph idx="30" type="body"/>
          </p:nvPr>
        </p:nvSpPr>
        <p:spPr>
          <a:xfrm>
            <a:off x="2003656" y="3187800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0" name="Google Shape;510;p25"/>
          <p:cNvSpPr txBox="1"/>
          <p:nvPr>
            <p:ph idx="31" type="body"/>
          </p:nvPr>
        </p:nvSpPr>
        <p:spPr>
          <a:xfrm>
            <a:off x="3779701" y="3187800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1" name="Google Shape;511;p25"/>
          <p:cNvSpPr txBox="1"/>
          <p:nvPr>
            <p:ph idx="32" type="body"/>
          </p:nvPr>
        </p:nvSpPr>
        <p:spPr>
          <a:xfrm>
            <a:off x="5556800" y="3187800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2" name="Google Shape;512;p25"/>
          <p:cNvSpPr txBox="1"/>
          <p:nvPr>
            <p:ph idx="33" type="body"/>
          </p:nvPr>
        </p:nvSpPr>
        <p:spPr>
          <a:xfrm>
            <a:off x="7336626" y="3187800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2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5" name="Google Shape;515;p2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2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/>
        </p:txBody>
      </p:sp>
      <p:sp>
        <p:nvSpPr>
          <p:cNvPr id="520" name="Google Shape;520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/>
        </p:txBody>
      </p:sp>
      <p:sp>
        <p:nvSpPr>
          <p:cNvPr id="523" name="Google Shape;523;p2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24" name="Google Shape;524;p2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3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29" name="Google Shape;529;p3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3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3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34" name="Google Shape;534;p3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35" name="Google Shape;535;p3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3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3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40" name="Google Shape;540;p3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37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/>
        </p:txBody>
      </p:sp>
      <p:sp>
        <p:nvSpPr>
          <p:cNvPr id="544" name="Google Shape;544;p37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45" name="Google Shape;545;p37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46" name="Google Shape;546;p37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47" name="Google Shape;547;p37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48" name="Google Shape;548;p37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49" name="Google Shape;549;p37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/>
        </p:txBody>
      </p:sp>
      <p:sp>
        <p:nvSpPr>
          <p:cNvPr id="552" name="Google Shape;552;p38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53" name="Google Shape;553;p38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39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56" name="Google Shape;556;p39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57" name="Google Shape;557;p39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58" name="Google Shape;558;p39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59" name="Google Shape;559;p39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40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62" name="Google Shape;562;p40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63" name="Google Shape;563;p40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64" name="Google Shape;564;p40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65" name="Google Shape;565;p40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66" name="Google Shape;566;p40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67" name="Google Shape;567;p40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41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70" name="Google Shape;570;p41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71" name="Google Shape;571;p41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72" name="Google Shape;572;p41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73" name="Google Shape;573;p41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74" name="Google Shape;574;p41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75" name="Google Shape;575;p41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76" name="Google Shape;576;p41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77" name="Google Shape;577;p41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/>
        </p:txBody>
      </p:sp>
      <p:sp>
        <p:nvSpPr>
          <p:cNvPr id="580" name="Google Shape;580;p42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43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83" name="Google Shape;583;p43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84" name="Google Shape;584;p43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85" name="Google Shape;585;p43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86" name="Google Shape;586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/>
        </p:txBody>
      </p:sp>
      <p:sp>
        <p:nvSpPr>
          <p:cNvPr id="587" name="Google Shape;587;p43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88" name="Google Shape;588;p43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44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91" name="Google Shape;591;p44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92" name="Google Shape;592;p44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93" name="Google Shape;593;p44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94" name="Google Shape;594;p44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95" name="Google Shape;595;p44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96" name="Google Shape;596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/>
        </p:txBody>
      </p:sp>
      <p:sp>
        <p:nvSpPr>
          <p:cNvPr id="597" name="Google Shape;597;p44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98" name="Google Shape;598;p44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99" name="Google Shape;599;p44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45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46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604" name="Google Shape;604;p46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605" name="Google Shape;605;p46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606" name="Google Shape;606;p46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607" name="Google Shape;607;p46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608" name="Google Shape;608;p46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609" name="Google Shape;609;p46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/>
        </p:txBody>
      </p:sp>
      <p:sp>
        <p:nvSpPr>
          <p:cNvPr id="610" name="Google Shape;610;p46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611" name="Google Shape;611;p46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612" name="Google Shape;612;p46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20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22.xml"/><Relationship Id="rId44" Type="http://schemas.openxmlformats.org/officeDocument/2006/relationships/slideLayout" Target="../slideLayouts/slideLayout44.xml"/><Relationship Id="rId21" Type="http://schemas.openxmlformats.org/officeDocument/2006/relationships/slideLayout" Target="../slideLayouts/slideLayout21.xml"/><Relationship Id="rId43" Type="http://schemas.openxmlformats.org/officeDocument/2006/relationships/slideLayout" Target="../slideLayouts/slideLayout43.xml"/><Relationship Id="rId24" Type="http://schemas.openxmlformats.org/officeDocument/2006/relationships/slideLayout" Target="../slideLayouts/slideLayout24.xml"/><Relationship Id="rId46" Type="http://schemas.openxmlformats.org/officeDocument/2006/relationships/theme" Target="../theme/theme1.xml"/><Relationship Id="rId23" Type="http://schemas.openxmlformats.org/officeDocument/2006/relationships/slideLayout" Target="../slideLayouts/slideLayout23.xml"/><Relationship Id="rId45" Type="http://schemas.openxmlformats.org/officeDocument/2006/relationships/slideLayout" Target="../slideLayouts/slideLayout45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Neuton Light"/>
              <a:buNone/>
              <a:defRPr sz="44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Neuton Light"/>
              <a:buNone/>
              <a:defRPr sz="44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Neuton Light"/>
              <a:buNone/>
              <a:defRPr sz="44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Neuton Light"/>
              <a:buNone/>
              <a:defRPr sz="44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Neuton Light"/>
              <a:buNone/>
              <a:defRPr sz="44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Neuton Light"/>
              <a:buNone/>
              <a:defRPr sz="44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Neuton Light"/>
              <a:buNone/>
              <a:defRPr sz="44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Neuton Light"/>
              <a:buNone/>
              <a:defRPr sz="44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Neuton Light"/>
              <a:buNone/>
              <a:defRPr sz="44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47"/>
          <p:cNvSpPr/>
          <p:nvPr/>
        </p:nvSpPr>
        <p:spPr>
          <a:xfrm>
            <a:off x="3825878" y="131800"/>
            <a:ext cx="2752487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18" name="Google Shape;618;p47"/>
          <p:cNvSpPr/>
          <p:nvPr/>
        </p:nvSpPr>
        <p:spPr>
          <a:xfrm>
            <a:off x="2380550" y="131800"/>
            <a:ext cx="2553891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            Done by Wojciech C.</a:t>
            </a:r>
            <a:endParaRPr b="1" sz="1200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19" name="Google Shape;619;p47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20" name="Google Shape;620;p47"/>
          <p:cNvSpPr txBox="1"/>
          <p:nvPr>
            <p:ph type="title"/>
          </p:nvPr>
        </p:nvSpPr>
        <p:spPr>
          <a:xfrm>
            <a:off x="593175" y="486000"/>
            <a:ext cx="7916400" cy="27432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</a:pPr>
            <a:r>
              <a:rPr lang="en"/>
              <a:t>Bike sharing case study presentation</a:t>
            </a:r>
            <a:endParaRPr/>
          </a:p>
        </p:txBody>
      </p:sp>
      <p:sp>
        <p:nvSpPr>
          <p:cNvPr id="621" name="Google Shape;621;p47"/>
          <p:cNvSpPr txBox="1"/>
          <p:nvPr>
            <p:ph idx="2" type="subTitle"/>
          </p:nvPr>
        </p:nvSpPr>
        <p:spPr>
          <a:xfrm>
            <a:off x="1153175" y="214800"/>
            <a:ext cx="17967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10"/>
              <a:buNone/>
            </a:pPr>
            <a:r>
              <a:rPr b="1" lang="en" sz="1210"/>
              <a:t>Bike sharing company</a:t>
            </a:r>
            <a:endParaRPr b="1" sz="1210"/>
          </a:p>
        </p:txBody>
      </p:sp>
      <p:sp>
        <p:nvSpPr>
          <p:cNvPr id="622" name="Google Shape;622;p47"/>
          <p:cNvSpPr txBox="1"/>
          <p:nvPr>
            <p:ph idx="3" type="subTitle"/>
          </p:nvPr>
        </p:nvSpPr>
        <p:spPr>
          <a:xfrm>
            <a:off x="5539507" y="4387200"/>
            <a:ext cx="23661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623" name="Google Shape;623;p47"/>
          <p:cNvSpPr txBox="1"/>
          <p:nvPr>
            <p:ph idx="4" type="subTitle"/>
          </p:nvPr>
        </p:nvSpPr>
        <p:spPr>
          <a:xfrm>
            <a:off x="7040700" y="43872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May, Q2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48"/>
          <p:cNvSpPr txBox="1"/>
          <p:nvPr>
            <p:ph type="title"/>
          </p:nvPr>
        </p:nvSpPr>
        <p:spPr>
          <a:xfrm>
            <a:off x="594025" y="184702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 sz="2500"/>
              <a:t>AGENDA</a:t>
            </a:r>
            <a:endParaRPr sz="2500"/>
          </a:p>
        </p:txBody>
      </p:sp>
      <p:sp>
        <p:nvSpPr>
          <p:cNvPr id="629" name="Google Shape;629;p48"/>
          <p:cNvSpPr txBox="1"/>
          <p:nvPr>
            <p:ph idx="1" type="subTitle"/>
          </p:nvPr>
        </p:nvSpPr>
        <p:spPr>
          <a:xfrm>
            <a:off x="4322100" y="47000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Business Problem </a:t>
            </a:r>
            <a:endParaRPr/>
          </a:p>
        </p:txBody>
      </p:sp>
      <p:sp>
        <p:nvSpPr>
          <p:cNvPr id="630" name="Google Shape;630;p48"/>
          <p:cNvSpPr txBox="1"/>
          <p:nvPr>
            <p:ph idx="2" type="subTitle"/>
          </p:nvPr>
        </p:nvSpPr>
        <p:spPr>
          <a:xfrm>
            <a:off x="4322100" y="538525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Data Overview </a:t>
            </a:r>
            <a:endParaRPr/>
          </a:p>
        </p:txBody>
      </p:sp>
      <p:sp>
        <p:nvSpPr>
          <p:cNvPr id="631" name="Google Shape;631;p48"/>
          <p:cNvSpPr txBox="1"/>
          <p:nvPr>
            <p:ph idx="3" type="subTitle"/>
          </p:nvPr>
        </p:nvSpPr>
        <p:spPr>
          <a:xfrm>
            <a:off x="4322100" y="1061300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Data Preparation </a:t>
            </a:r>
            <a:endParaRPr/>
          </a:p>
        </p:txBody>
      </p:sp>
      <p:sp>
        <p:nvSpPr>
          <p:cNvPr id="632" name="Google Shape;632;p48"/>
          <p:cNvSpPr txBox="1"/>
          <p:nvPr>
            <p:ph idx="4" type="subTitle"/>
          </p:nvPr>
        </p:nvSpPr>
        <p:spPr>
          <a:xfrm>
            <a:off x="4322100" y="1560213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Insight #1 </a:t>
            </a:r>
            <a:endParaRPr/>
          </a:p>
        </p:txBody>
      </p:sp>
      <p:sp>
        <p:nvSpPr>
          <p:cNvPr id="633" name="Google Shape;633;p48"/>
          <p:cNvSpPr txBox="1"/>
          <p:nvPr>
            <p:ph idx="5" type="subTitle"/>
          </p:nvPr>
        </p:nvSpPr>
        <p:spPr>
          <a:xfrm>
            <a:off x="4322100" y="2094363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Insight #2 </a:t>
            </a:r>
            <a:endParaRPr/>
          </a:p>
        </p:txBody>
      </p:sp>
      <p:sp>
        <p:nvSpPr>
          <p:cNvPr id="634" name="Google Shape;634;p48"/>
          <p:cNvSpPr txBox="1"/>
          <p:nvPr>
            <p:ph idx="6" type="subTitle"/>
          </p:nvPr>
        </p:nvSpPr>
        <p:spPr>
          <a:xfrm>
            <a:off x="4322100" y="2605313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Interpretation </a:t>
            </a:r>
            <a:endParaRPr/>
          </a:p>
        </p:txBody>
      </p:sp>
      <p:sp>
        <p:nvSpPr>
          <p:cNvPr id="635" name="Google Shape;635;p48"/>
          <p:cNvSpPr txBox="1"/>
          <p:nvPr>
            <p:ph idx="7" type="subTitle"/>
          </p:nvPr>
        </p:nvSpPr>
        <p:spPr>
          <a:xfrm>
            <a:off x="4322100" y="3120113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Recommendations </a:t>
            </a:r>
            <a:endParaRPr/>
          </a:p>
        </p:txBody>
      </p:sp>
      <p:sp>
        <p:nvSpPr>
          <p:cNvPr id="636" name="Google Shape;636;p48"/>
          <p:cNvSpPr txBox="1"/>
          <p:nvPr>
            <p:ph idx="8" type="subTitle"/>
          </p:nvPr>
        </p:nvSpPr>
        <p:spPr>
          <a:xfrm>
            <a:off x="4322100" y="3634825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Conclusion </a:t>
            </a:r>
            <a:endParaRPr/>
          </a:p>
        </p:txBody>
      </p:sp>
      <p:sp>
        <p:nvSpPr>
          <p:cNvPr id="637" name="Google Shape;637;p48"/>
          <p:cNvSpPr txBox="1"/>
          <p:nvPr>
            <p:ph idx="14" type="subTitle"/>
          </p:nvPr>
        </p:nvSpPr>
        <p:spPr>
          <a:xfrm>
            <a:off x="8440475" y="35300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1</a:t>
            </a:r>
            <a:endParaRPr/>
          </a:p>
        </p:txBody>
      </p:sp>
      <p:sp>
        <p:nvSpPr>
          <p:cNvPr id="638" name="Google Shape;638;p48"/>
          <p:cNvSpPr txBox="1"/>
          <p:nvPr>
            <p:ph idx="15" type="subTitle"/>
          </p:nvPr>
        </p:nvSpPr>
        <p:spPr>
          <a:xfrm>
            <a:off x="8440475" y="526825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2</a:t>
            </a:r>
            <a:endParaRPr/>
          </a:p>
        </p:txBody>
      </p:sp>
      <p:sp>
        <p:nvSpPr>
          <p:cNvPr id="639" name="Google Shape;639;p48"/>
          <p:cNvSpPr txBox="1"/>
          <p:nvPr>
            <p:ph idx="16" type="subTitle"/>
          </p:nvPr>
        </p:nvSpPr>
        <p:spPr>
          <a:xfrm>
            <a:off x="8440475" y="1049600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3</a:t>
            </a:r>
            <a:endParaRPr/>
          </a:p>
        </p:txBody>
      </p:sp>
      <p:sp>
        <p:nvSpPr>
          <p:cNvPr id="640" name="Google Shape;640;p48"/>
          <p:cNvSpPr txBox="1"/>
          <p:nvPr>
            <p:ph idx="17" type="subTitle"/>
          </p:nvPr>
        </p:nvSpPr>
        <p:spPr>
          <a:xfrm>
            <a:off x="8440475" y="1548513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4</a:t>
            </a:r>
            <a:endParaRPr/>
          </a:p>
        </p:txBody>
      </p:sp>
      <p:sp>
        <p:nvSpPr>
          <p:cNvPr id="641" name="Google Shape;641;p48"/>
          <p:cNvSpPr txBox="1"/>
          <p:nvPr>
            <p:ph idx="18" type="subTitle"/>
          </p:nvPr>
        </p:nvSpPr>
        <p:spPr>
          <a:xfrm>
            <a:off x="8440475" y="2082663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5</a:t>
            </a:r>
            <a:endParaRPr/>
          </a:p>
        </p:txBody>
      </p:sp>
      <p:sp>
        <p:nvSpPr>
          <p:cNvPr id="642" name="Google Shape;642;p48"/>
          <p:cNvSpPr txBox="1"/>
          <p:nvPr>
            <p:ph idx="19" type="subTitle"/>
          </p:nvPr>
        </p:nvSpPr>
        <p:spPr>
          <a:xfrm>
            <a:off x="8440475" y="2593613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6</a:t>
            </a:r>
            <a:endParaRPr/>
          </a:p>
        </p:txBody>
      </p:sp>
      <p:sp>
        <p:nvSpPr>
          <p:cNvPr id="643" name="Google Shape;643;p48"/>
          <p:cNvSpPr txBox="1"/>
          <p:nvPr>
            <p:ph idx="20" type="subTitle"/>
          </p:nvPr>
        </p:nvSpPr>
        <p:spPr>
          <a:xfrm>
            <a:off x="8440475" y="3108413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7</a:t>
            </a:r>
            <a:endParaRPr/>
          </a:p>
        </p:txBody>
      </p:sp>
      <p:sp>
        <p:nvSpPr>
          <p:cNvPr id="644" name="Google Shape;644;p48"/>
          <p:cNvSpPr txBox="1"/>
          <p:nvPr>
            <p:ph idx="21" type="subTitle"/>
          </p:nvPr>
        </p:nvSpPr>
        <p:spPr>
          <a:xfrm>
            <a:off x="8440475" y="3623125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8</a:t>
            </a:r>
            <a:endParaRPr/>
          </a:p>
        </p:txBody>
      </p:sp>
      <p:cxnSp>
        <p:nvCxnSpPr>
          <p:cNvPr id="645" name="Google Shape;645;p48"/>
          <p:cNvCxnSpPr/>
          <p:nvPr/>
        </p:nvCxnSpPr>
        <p:spPr>
          <a:xfrm rot="10800000">
            <a:off x="0" y="4118869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49"/>
          <p:cNvSpPr txBox="1"/>
          <p:nvPr>
            <p:ph idx="1" type="subTitle"/>
          </p:nvPr>
        </p:nvSpPr>
        <p:spPr>
          <a:xfrm>
            <a:off x="1224650" y="210100"/>
            <a:ext cx="1676700" cy="35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"/>
              <a:t>Business Problem</a:t>
            </a:r>
            <a:endParaRPr b="1"/>
          </a:p>
        </p:txBody>
      </p:sp>
      <p:sp>
        <p:nvSpPr>
          <p:cNvPr id="651" name="Google Shape;651;p49"/>
          <p:cNvSpPr txBox="1"/>
          <p:nvPr>
            <p:ph type="title"/>
          </p:nvPr>
        </p:nvSpPr>
        <p:spPr>
          <a:xfrm>
            <a:off x="593775" y="984700"/>
            <a:ext cx="7948200" cy="203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4000"/>
              <a:t>Understand differences between casual riders and members</a:t>
            </a:r>
            <a:endParaRPr sz="4000"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4000"/>
              <a:t>Goal: Increase annual memberships</a:t>
            </a:r>
            <a:endParaRPr sz="4000"/>
          </a:p>
        </p:txBody>
      </p:sp>
      <p:cxnSp>
        <p:nvCxnSpPr>
          <p:cNvPr id="652" name="Google Shape;652;p49"/>
          <p:cNvCxnSpPr/>
          <p:nvPr/>
        </p:nvCxnSpPr>
        <p:spPr>
          <a:xfrm rot="10800000">
            <a:off x="593700" y="3575100"/>
            <a:ext cx="79482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7" name="Google Shape;657;p50"/>
          <p:cNvGrpSpPr/>
          <p:nvPr/>
        </p:nvGrpSpPr>
        <p:grpSpPr>
          <a:xfrm>
            <a:off x="238136" y="546847"/>
            <a:ext cx="2887381" cy="450006"/>
            <a:chOff x="205180" y="255349"/>
            <a:chExt cx="3948825" cy="616447"/>
          </a:xfrm>
        </p:grpSpPr>
        <p:grpSp>
          <p:nvGrpSpPr>
            <p:cNvPr id="658" name="Google Shape;658;p50"/>
            <p:cNvGrpSpPr/>
            <p:nvPr/>
          </p:nvGrpSpPr>
          <p:grpSpPr>
            <a:xfrm>
              <a:off x="205180" y="255349"/>
              <a:ext cx="900000" cy="616447"/>
              <a:chOff x="-1694195" y="1469582"/>
              <a:chExt cx="1440000" cy="981916"/>
            </a:xfrm>
          </p:grpSpPr>
          <p:sp>
            <p:nvSpPr>
              <p:cNvPr id="659" name="Google Shape;659;p50"/>
              <p:cNvSpPr/>
              <p:nvPr/>
            </p:nvSpPr>
            <p:spPr>
              <a:xfrm rot="5400000">
                <a:off x="-1417745" y="1287948"/>
                <a:ext cx="887100" cy="1440000"/>
              </a:xfrm>
              <a:prstGeom prst="roundRect">
                <a:avLst>
                  <a:gd fmla="val 5925" name="adj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Hanken Grotesk"/>
                  <a:ea typeface="Hanken Grotesk"/>
                  <a:cs typeface="Hanken Grotesk"/>
                  <a:sym typeface="Hanken Grotesk"/>
                </a:endParaRPr>
              </a:p>
            </p:txBody>
          </p:sp>
          <p:pic>
            <p:nvPicPr>
              <p:cNvPr id="660" name="Google Shape;660;p50"/>
              <p:cNvPicPr preferRelativeResize="0"/>
              <p:nvPr/>
            </p:nvPicPr>
            <p:blipFill rotWithShape="1">
              <a:blip r:embed="rId3">
                <a:alphaModFix/>
              </a:blip>
              <a:srcRect b="0" l="1699" r="1709" t="0"/>
              <a:stretch/>
            </p:blipFill>
            <p:spPr>
              <a:xfrm>
                <a:off x="-1605961" y="1469582"/>
                <a:ext cx="581984" cy="9678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661" name="Google Shape;661;p50"/>
            <p:cNvGrpSpPr/>
            <p:nvPr/>
          </p:nvGrpSpPr>
          <p:grpSpPr>
            <a:xfrm>
              <a:off x="2237730" y="255361"/>
              <a:ext cx="900000" cy="616326"/>
              <a:chOff x="2237730" y="255361"/>
              <a:chExt cx="900000" cy="616326"/>
            </a:xfrm>
          </p:grpSpPr>
          <p:pic>
            <p:nvPicPr>
              <p:cNvPr id="662" name="Google Shape;662;p50"/>
              <p:cNvPicPr preferRelativeResize="0"/>
              <p:nvPr/>
            </p:nvPicPr>
            <p:blipFill rotWithShape="1">
              <a:blip r:embed="rId4">
                <a:alphaModFix/>
              </a:blip>
              <a:srcRect b="0" l="2078" r="2089" t="0"/>
              <a:stretch/>
            </p:blipFill>
            <p:spPr>
              <a:xfrm>
                <a:off x="2292876" y="255361"/>
                <a:ext cx="363742" cy="6076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63" name="Google Shape;663;p50"/>
              <p:cNvSpPr/>
              <p:nvPr/>
            </p:nvSpPr>
            <p:spPr>
              <a:xfrm rot="5400000">
                <a:off x="2409330" y="143287"/>
                <a:ext cx="556800" cy="900000"/>
              </a:xfrm>
              <a:prstGeom prst="roundRect">
                <a:avLst>
                  <a:gd fmla="val 5925" name="adj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Hanken Grotesk"/>
                  <a:ea typeface="Hanken Grotesk"/>
                  <a:cs typeface="Hanken Grotesk"/>
                  <a:sym typeface="Hanken Grotesk"/>
                </a:endParaRPr>
              </a:p>
            </p:txBody>
          </p:sp>
        </p:grpSp>
        <p:grpSp>
          <p:nvGrpSpPr>
            <p:cNvPr id="664" name="Google Shape;664;p50"/>
            <p:cNvGrpSpPr/>
            <p:nvPr/>
          </p:nvGrpSpPr>
          <p:grpSpPr>
            <a:xfrm>
              <a:off x="1221455" y="255349"/>
              <a:ext cx="900000" cy="616325"/>
              <a:chOff x="1221455" y="255349"/>
              <a:chExt cx="900000" cy="616325"/>
            </a:xfrm>
          </p:grpSpPr>
          <p:pic>
            <p:nvPicPr>
              <p:cNvPr id="665" name="Google Shape;665;p50"/>
              <p:cNvPicPr preferRelativeResize="0"/>
              <p:nvPr/>
            </p:nvPicPr>
            <p:blipFill rotWithShape="1">
              <a:blip r:embed="rId5">
                <a:alphaModFix/>
              </a:blip>
              <a:srcRect b="0" l="1923" r="1912" t="0"/>
              <a:stretch/>
            </p:blipFill>
            <p:spPr>
              <a:xfrm>
                <a:off x="1276601" y="255349"/>
                <a:ext cx="363742" cy="6076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66" name="Google Shape;666;p50"/>
              <p:cNvSpPr/>
              <p:nvPr/>
            </p:nvSpPr>
            <p:spPr>
              <a:xfrm rot="5400000">
                <a:off x="1393055" y="143274"/>
                <a:ext cx="556800" cy="900000"/>
              </a:xfrm>
              <a:prstGeom prst="roundRect">
                <a:avLst>
                  <a:gd fmla="val 5925" name="adj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Hanken Grotesk"/>
                  <a:ea typeface="Hanken Grotesk"/>
                  <a:cs typeface="Hanken Grotesk"/>
                  <a:sym typeface="Hanken Grotesk"/>
                </a:endParaRPr>
              </a:p>
            </p:txBody>
          </p:sp>
        </p:grpSp>
        <p:grpSp>
          <p:nvGrpSpPr>
            <p:cNvPr id="667" name="Google Shape;667;p50"/>
            <p:cNvGrpSpPr/>
            <p:nvPr/>
          </p:nvGrpSpPr>
          <p:grpSpPr>
            <a:xfrm>
              <a:off x="3254005" y="255361"/>
              <a:ext cx="900000" cy="616326"/>
              <a:chOff x="3254005" y="255361"/>
              <a:chExt cx="900000" cy="616326"/>
            </a:xfrm>
          </p:grpSpPr>
          <p:sp>
            <p:nvSpPr>
              <p:cNvPr id="668" name="Google Shape;668;p50"/>
              <p:cNvSpPr/>
              <p:nvPr/>
            </p:nvSpPr>
            <p:spPr>
              <a:xfrm rot="5400000">
                <a:off x="3425605" y="143287"/>
                <a:ext cx="556800" cy="900000"/>
              </a:xfrm>
              <a:prstGeom prst="roundRect">
                <a:avLst>
                  <a:gd fmla="val 5925" name="adj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Hanken Grotesk"/>
                  <a:ea typeface="Hanken Grotesk"/>
                  <a:cs typeface="Hanken Grotesk"/>
                  <a:sym typeface="Hanken Grotesk"/>
                </a:endParaRPr>
              </a:p>
            </p:txBody>
          </p:sp>
          <p:pic>
            <p:nvPicPr>
              <p:cNvPr id="669" name="Google Shape;669;p50"/>
              <p:cNvPicPr preferRelativeResize="0"/>
              <p:nvPr/>
            </p:nvPicPr>
            <p:blipFill rotWithShape="1">
              <a:blip r:embed="rId6">
                <a:alphaModFix/>
              </a:blip>
              <a:srcRect b="0" l="1923" r="1912" t="0"/>
              <a:stretch/>
            </p:blipFill>
            <p:spPr>
              <a:xfrm>
                <a:off x="3309151" y="255361"/>
                <a:ext cx="363742" cy="6076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670" name="Google Shape;670;p50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 sz="1500"/>
              <a:t>Data Overview </a:t>
            </a:r>
            <a:endParaRPr sz="1500"/>
          </a:p>
        </p:txBody>
      </p:sp>
      <p:sp>
        <p:nvSpPr>
          <p:cNvPr id="671" name="Google Shape;671;p50"/>
          <p:cNvSpPr txBox="1"/>
          <p:nvPr>
            <p:ph idx="2" type="title"/>
          </p:nvPr>
        </p:nvSpPr>
        <p:spPr>
          <a:xfrm>
            <a:off x="850" y="1078996"/>
            <a:ext cx="9144000" cy="2424300"/>
          </a:xfrm>
          <a:prstGeom prst="rect">
            <a:avLst/>
          </a:prstGeom>
        </p:spPr>
        <p:txBody>
          <a:bodyPr anchorCtr="0" anchor="t" bIns="108000" lIns="252000" spcFirstLastPara="1" rIns="252000" wrap="square" tIns="0">
            <a:noAutofit/>
          </a:bodyPr>
          <a:lstStyle/>
          <a:p>
            <a:pPr indent="-450850" lvl="0" marL="457200" rtl="0" algn="l">
              <a:spcBef>
                <a:spcPts val="0"/>
              </a:spcBef>
              <a:spcAft>
                <a:spcPts val="0"/>
              </a:spcAft>
              <a:buSzPts val="3500"/>
              <a:buChar char="●"/>
            </a:pPr>
            <a:r>
              <a:rPr lang="en" sz="3500"/>
              <a:t>Divvy trip data (multiple months)</a:t>
            </a:r>
            <a:endParaRPr sz="3500"/>
          </a:p>
          <a:p>
            <a:pPr indent="-450850" lvl="0" marL="457200" rtl="0" algn="l">
              <a:spcBef>
                <a:spcPts val="0"/>
              </a:spcBef>
              <a:spcAft>
                <a:spcPts val="0"/>
              </a:spcAft>
              <a:buSzPts val="3500"/>
              <a:buChar char="●"/>
            </a:pPr>
            <a:r>
              <a:rPr lang="en" sz="3500"/>
              <a:t>Includes ride time, stations, user type</a:t>
            </a:r>
            <a:endParaRPr sz="3500"/>
          </a:p>
          <a:p>
            <a:pPr indent="-450850" lvl="0" marL="457200" rtl="0" algn="l">
              <a:spcBef>
                <a:spcPts val="0"/>
              </a:spcBef>
              <a:spcAft>
                <a:spcPts val="0"/>
              </a:spcAft>
              <a:buSzPts val="3500"/>
              <a:buChar char="●"/>
            </a:pPr>
            <a:r>
              <a:rPr lang="en" sz="3500"/>
              <a:t>Processed using R</a:t>
            </a:r>
            <a:endParaRPr sz="35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6" name="Google Shape;676;p51"/>
          <p:cNvGrpSpPr/>
          <p:nvPr/>
        </p:nvGrpSpPr>
        <p:grpSpPr>
          <a:xfrm>
            <a:off x="2391750" y="972157"/>
            <a:ext cx="2156700" cy="2003614"/>
            <a:chOff x="2391741" y="972138"/>
            <a:chExt cx="2156700" cy="3200661"/>
          </a:xfrm>
        </p:grpSpPr>
        <p:sp>
          <p:nvSpPr>
            <p:cNvPr id="677" name="Google Shape;677;p51"/>
            <p:cNvSpPr/>
            <p:nvPr/>
          </p:nvSpPr>
          <p:spPr>
            <a:xfrm>
              <a:off x="2391741" y="1148799"/>
              <a:ext cx="2156700" cy="3024000"/>
            </a:xfrm>
            <a:prstGeom prst="roundRect">
              <a:avLst>
                <a:gd fmla="val 5925" name="adj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678" name="Google Shape;678;p51"/>
            <p:cNvSpPr/>
            <p:nvPr/>
          </p:nvSpPr>
          <p:spPr>
            <a:xfrm>
              <a:off x="2479025" y="972138"/>
              <a:ext cx="1122283" cy="180007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grpSp>
        <p:nvGrpSpPr>
          <p:cNvPr id="679" name="Google Shape;679;p51"/>
          <p:cNvGrpSpPr/>
          <p:nvPr/>
        </p:nvGrpSpPr>
        <p:grpSpPr>
          <a:xfrm>
            <a:off x="192900" y="972172"/>
            <a:ext cx="2156700" cy="1599690"/>
            <a:chOff x="192897" y="972138"/>
            <a:chExt cx="2156700" cy="3200661"/>
          </a:xfrm>
        </p:grpSpPr>
        <p:sp>
          <p:nvSpPr>
            <p:cNvPr id="680" name="Google Shape;680;p51"/>
            <p:cNvSpPr/>
            <p:nvPr/>
          </p:nvSpPr>
          <p:spPr>
            <a:xfrm>
              <a:off x="192897" y="1148799"/>
              <a:ext cx="2156700" cy="3024000"/>
            </a:xfrm>
            <a:prstGeom prst="roundRect">
              <a:avLst>
                <a:gd fmla="val 5925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681" name="Google Shape;681;p51"/>
            <p:cNvSpPr/>
            <p:nvPr/>
          </p:nvSpPr>
          <p:spPr>
            <a:xfrm>
              <a:off x="286050" y="972138"/>
              <a:ext cx="1122283" cy="180007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grpSp>
        <p:nvGrpSpPr>
          <p:cNvPr id="682" name="Google Shape;682;p51"/>
          <p:cNvGrpSpPr/>
          <p:nvPr/>
        </p:nvGrpSpPr>
        <p:grpSpPr>
          <a:xfrm>
            <a:off x="4589500" y="972145"/>
            <a:ext cx="2156700" cy="2449796"/>
            <a:chOff x="4589494" y="972125"/>
            <a:chExt cx="2156700" cy="3200674"/>
          </a:xfrm>
        </p:grpSpPr>
        <p:sp>
          <p:nvSpPr>
            <p:cNvPr id="683" name="Google Shape;683;p51"/>
            <p:cNvSpPr/>
            <p:nvPr/>
          </p:nvSpPr>
          <p:spPr>
            <a:xfrm>
              <a:off x="4589494" y="1148799"/>
              <a:ext cx="2156700" cy="3024000"/>
            </a:xfrm>
            <a:prstGeom prst="roundRect">
              <a:avLst>
                <a:gd fmla="val 5925" name="adj"/>
              </a:avLst>
            </a:prstGeom>
            <a:solidFill>
              <a:srgbClr val="FFE59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684" name="Google Shape;684;p51"/>
            <p:cNvSpPr/>
            <p:nvPr/>
          </p:nvSpPr>
          <p:spPr>
            <a:xfrm>
              <a:off x="4677738" y="972125"/>
              <a:ext cx="1122283" cy="180007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rgbClr val="FFE59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grpSp>
        <p:nvGrpSpPr>
          <p:cNvPr id="685" name="Google Shape;685;p51"/>
          <p:cNvGrpSpPr/>
          <p:nvPr/>
        </p:nvGrpSpPr>
        <p:grpSpPr>
          <a:xfrm>
            <a:off x="6788925" y="972154"/>
            <a:ext cx="2156700" cy="2919323"/>
            <a:chOff x="192897" y="972138"/>
            <a:chExt cx="2156700" cy="3200661"/>
          </a:xfrm>
        </p:grpSpPr>
        <p:sp>
          <p:nvSpPr>
            <p:cNvPr id="686" name="Google Shape;686;p51"/>
            <p:cNvSpPr/>
            <p:nvPr/>
          </p:nvSpPr>
          <p:spPr>
            <a:xfrm>
              <a:off x="192897" y="1148799"/>
              <a:ext cx="2156700" cy="3024000"/>
            </a:xfrm>
            <a:prstGeom prst="roundRect">
              <a:avLst>
                <a:gd fmla="val 5925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687" name="Google Shape;687;p51"/>
            <p:cNvSpPr/>
            <p:nvPr/>
          </p:nvSpPr>
          <p:spPr>
            <a:xfrm>
              <a:off x="286050" y="972138"/>
              <a:ext cx="1122283" cy="180007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688" name="Google Shape;688;p51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 sz="1500"/>
              <a:t>Data Preparation</a:t>
            </a:r>
            <a:endParaRPr sz="1500"/>
          </a:p>
        </p:txBody>
      </p:sp>
      <p:sp>
        <p:nvSpPr>
          <p:cNvPr id="689" name="Google Shape;689;p51"/>
          <p:cNvSpPr txBox="1"/>
          <p:nvPr>
            <p:ph type="title"/>
          </p:nvPr>
        </p:nvSpPr>
        <p:spPr>
          <a:xfrm>
            <a:off x="193900" y="1429900"/>
            <a:ext cx="2156700" cy="2670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Combined multiple datasets </a:t>
            </a:r>
            <a:endParaRPr/>
          </a:p>
        </p:txBody>
      </p:sp>
      <p:sp>
        <p:nvSpPr>
          <p:cNvPr id="690" name="Google Shape;690;p51"/>
          <p:cNvSpPr txBox="1"/>
          <p:nvPr>
            <p:ph idx="3" type="title"/>
          </p:nvPr>
        </p:nvSpPr>
        <p:spPr>
          <a:xfrm>
            <a:off x="2391238" y="1429900"/>
            <a:ext cx="2156700" cy="2670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Created ride length variable</a:t>
            </a:r>
            <a:endParaRPr/>
          </a:p>
        </p:txBody>
      </p:sp>
      <p:sp>
        <p:nvSpPr>
          <p:cNvPr id="691" name="Google Shape;691;p51"/>
          <p:cNvSpPr txBox="1"/>
          <p:nvPr>
            <p:ph idx="5" type="title"/>
          </p:nvPr>
        </p:nvSpPr>
        <p:spPr>
          <a:xfrm>
            <a:off x="4590375" y="1429900"/>
            <a:ext cx="2156700" cy="2670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Extracted day of week</a:t>
            </a:r>
            <a:endParaRPr/>
          </a:p>
        </p:txBody>
      </p:sp>
      <p:sp>
        <p:nvSpPr>
          <p:cNvPr id="692" name="Google Shape;692;p51"/>
          <p:cNvSpPr txBox="1"/>
          <p:nvPr>
            <p:ph idx="7" type="title"/>
          </p:nvPr>
        </p:nvSpPr>
        <p:spPr>
          <a:xfrm>
            <a:off x="6788925" y="1429900"/>
            <a:ext cx="2156700" cy="2670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Removed invalid data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666666"/>
        </a:solidFill>
      </p:bgPr>
    </p:bg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7" name="Google Shape;697;p52"/>
          <p:cNvGrpSpPr/>
          <p:nvPr/>
        </p:nvGrpSpPr>
        <p:grpSpPr>
          <a:xfrm>
            <a:off x="227497" y="1472683"/>
            <a:ext cx="2930665" cy="3444311"/>
            <a:chOff x="227492" y="1993681"/>
            <a:chExt cx="4291500" cy="2923119"/>
          </a:xfrm>
        </p:grpSpPr>
        <p:sp>
          <p:nvSpPr>
            <p:cNvPr id="698" name="Google Shape;698;p52"/>
            <p:cNvSpPr/>
            <p:nvPr/>
          </p:nvSpPr>
          <p:spPr>
            <a:xfrm rot="5400000">
              <a:off x="1052792" y="1450600"/>
              <a:ext cx="2640900" cy="4291500"/>
            </a:xfrm>
            <a:prstGeom prst="roundRect">
              <a:avLst>
                <a:gd fmla="val 5925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699" name="Google Shape;699;p52"/>
            <p:cNvSpPr/>
            <p:nvPr/>
          </p:nvSpPr>
          <p:spPr>
            <a:xfrm>
              <a:off x="476806" y="1993681"/>
              <a:ext cx="1797368" cy="28807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700" name="Google Shape;700;p52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grpSp>
        <p:nvGrpSpPr>
          <p:cNvPr id="701" name="Google Shape;701;p52"/>
          <p:cNvGrpSpPr/>
          <p:nvPr/>
        </p:nvGrpSpPr>
        <p:grpSpPr>
          <a:xfrm>
            <a:off x="3325644" y="544919"/>
            <a:ext cx="5592254" cy="4371817"/>
            <a:chOff x="227492" y="1993681"/>
            <a:chExt cx="4291500" cy="2923119"/>
          </a:xfrm>
        </p:grpSpPr>
        <p:sp>
          <p:nvSpPr>
            <p:cNvPr id="702" name="Google Shape;702;p52"/>
            <p:cNvSpPr/>
            <p:nvPr/>
          </p:nvSpPr>
          <p:spPr>
            <a:xfrm rot="5400000">
              <a:off x="1052792" y="1450600"/>
              <a:ext cx="2640900" cy="4291500"/>
            </a:xfrm>
            <a:prstGeom prst="roundRect">
              <a:avLst>
                <a:gd fmla="val 5925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703" name="Google Shape;703;p52"/>
            <p:cNvSpPr/>
            <p:nvPr/>
          </p:nvSpPr>
          <p:spPr>
            <a:xfrm>
              <a:off x="476806" y="1993681"/>
              <a:ext cx="1797368" cy="28807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704" name="Google Shape;704;p52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05" name="Google Shape;705;p52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06" name="Google Shape;706;p52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07" name="Google Shape;707;p52"/>
          <p:cNvSpPr txBox="1"/>
          <p:nvPr>
            <p:ph idx="16" type="subTitle"/>
          </p:nvPr>
        </p:nvSpPr>
        <p:spPr>
          <a:xfrm>
            <a:off x="227625" y="1862975"/>
            <a:ext cx="3098100" cy="2923200"/>
          </a:xfrm>
          <a:prstGeom prst="rect">
            <a:avLst/>
          </a:prstGeom>
        </p:spPr>
        <p:txBody>
          <a:bodyPr anchorCtr="0" anchor="t" bIns="0" lIns="180000" spcFirstLastPara="1" rIns="180000" wrap="square" tIns="90000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300">
                <a:latin typeface="Arial"/>
                <a:ea typeface="Arial"/>
                <a:cs typeface="Arial"/>
                <a:sym typeface="Arial"/>
              </a:rPr>
              <a:t>Members vs Casual Usage</a:t>
            </a:r>
            <a:endParaRPr b="1"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n" sz="1300">
                <a:latin typeface="Arial"/>
                <a:ea typeface="Arial"/>
                <a:cs typeface="Arial"/>
                <a:sym typeface="Arial"/>
              </a:rPr>
              <a:t>Members ride more frequently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n" sz="1300">
                <a:latin typeface="Arial"/>
                <a:ea typeface="Arial"/>
                <a:cs typeface="Arial"/>
                <a:sym typeface="Arial"/>
              </a:rPr>
              <a:t>Casual riders ride less often but longer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/>
          </a:p>
        </p:txBody>
      </p:sp>
      <p:sp>
        <p:nvSpPr>
          <p:cNvPr id="708" name="Google Shape;708;p52"/>
          <p:cNvSpPr txBox="1"/>
          <p:nvPr>
            <p:ph idx="4" type="subTitle"/>
          </p:nvPr>
        </p:nvSpPr>
        <p:spPr>
          <a:xfrm>
            <a:off x="3976013" y="974963"/>
            <a:ext cx="4291500" cy="888000"/>
          </a:xfrm>
          <a:prstGeom prst="rect">
            <a:avLst/>
          </a:prstGeom>
        </p:spPr>
        <p:txBody>
          <a:bodyPr anchorCtr="0" anchor="t" bIns="0" lIns="180000" spcFirstLastPara="1" rIns="180000" wrap="square" tIns="90000">
            <a:normAutofit fontScale="250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b="1" lang="en" sz="5200">
                <a:latin typeface="Arial"/>
                <a:ea typeface="Arial"/>
                <a:cs typeface="Arial"/>
                <a:sym typeface="Arial"/>
              </a:rPr>
              <a:t>Weekly Patterns</a:t>
            </a:r>
            <a:endParaRPr b="1" sz="52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 sz="5200">
                <a:latin typeface="Arial"/>
                <a:ea typeface="Arial"/>
                <a:cs typeface="Arial"/>
                <a:sym typeface="Arial"/>
              </a:rPr>
              <a:t>Members → weekdays</a:t>
            </a:r>
            <a:endParaRPr sz="52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 sz="5200">
                <a:latin typeface="Arial"/>
                <a:ea typeface="Arial"/>
                <a:cs typeface="Arial"/>
                <a:sym typeface="Arial"/>
              </a:rPr>
              <a:t>Casual → weekeds</a:t>
            </a:r>
            <a:endParaRPr sz="5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00000"/>
              <a:buNone/>
            </a:pPr>
            <a:r>
              <a:t/>
            </a:r>
            <a:endParaRPr/>
          </a:p>
        </p:txBody>
      </p:sp>
      <p:sp>
        <p:nvSpPr>
          <p:cNvPr id="709" name="Google Shape;709;p52"/>
          <p:cNvSpPr txBox="1"/>
          <p:nvPr>
            <p:ph idx="27" type="title"/>
          </p:nvPr>
        </p:nvSpPr>
        <p:spPr>
          <a:xfrm>
            <a:off x="593775" y="707062"/>
            <a:ext cx="7196400" cy="6159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</a:pPr>
            <a:r>
              <a:rPr lang="en"/>
              <a:t>Key Insights</a:t>
            </a:r>
            <a:endParaRPr/>
          </a:p>
        </p:txBody>
      </p:sp>
      <p:sp>
        <p:nvSpPr>
          <p:cNvPr id="710" name="Google Shape;710;p52"/>
          <p:cNvSpPr txBox="1"/>
          <p:nvPr>
            <p:ph idx="4294967295" type="subTitle"/>
          </p:nvPr>
        </p:nvSpPr>
        <p:spPr>
          <a:xfrm>
            <a:off x="7549950" y="3447125"/>
            <a:ext cx="424800" cy="12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" sz="600">
                <a:solidFill>
                  <a:schemeClr val="dk2"/>
                </a:solidFill>
              </a:rPr>
              <a:t>$0M</a:t>
            </a:r>
            <a:endParaRPr sz="600">
              <a:solidFill>
                <a:schemeClr val="dk2"/>
              </a:solidFill>
            </a:endParaRPr>
          </a:p>
        </p:txBody>
      </p:sp>
      <p:sp>
        <p:nvSpPr>
          <p:cNvPr id="711" name="Google Shape;711;p52"/>
          <p:cNvSpPr txBox="1"/>
          <p:nvPr>
            <p:ph idx="4294967295" type="subTitle"/>
          </p:nvPr>
        </p:nvSpPr>
        <p:spPr>
          <a:xfrm>
            <a:off x="6847775" y="3611875"/>
            <a:ext cx="424800" cy="12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" sz="600">
                <a:solidFill>
                  <a:schemeClr val="dk2"/>
                </a:solidFill>
              </a:rPr>
              <a:t>$0M</a:t>
            </a:r>
            <a:endParaRPr sz="600">
              <a:solidFill>
                <a:schemeClr val="dk2"/>
              </a:solidFill>
            </a:endParaRPr>
          </a:p>
        </p:txBody>
      </p:sp>
      <p:sp>
        <p:nvSpPr>
          <p:cNvPr id="712" name="Google Shape;712;p52"/>
          <p:cNvSpPr txBox="1"/>
          <p:nvPr>
            <p:ph idx="4294967295" type="subTitle"/>
          </p:nvPr>
        </p:nvSpPr>
        <p:spPr>
          <a:xfrm>
            <a:off x="6142300" y="3936100"/>
            <a:ext cx="424800" cy="12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" sz="600">
                <a:solidFill>
                  <a:schemeClr val="dk2"/>
                </a:solidFill>
              </a:rPr>
              <a:t>$0M</a:t>
            </a:r>
            <a:endParaRPr sz="600">
              <a:solidFill>
                <a:schemeClr val="dk2"/>
              </a:solidFill>
            </a:endParaRPr>
          </a:p>
        </p:txBody>
      </p:sp>
      <p:sp>
        <p:nvSpPr>
          <p:cNvPr id="713" name="Google Shape;713;p52"/>
          <p:cNvSpPr txBox="1"/>
          <p:nvPr>
            <p:ph idx="4294967295" type="subTitle"/>
          </p:nvPr>
        </p:nvSpPr>
        <p:spPr>
          <a:xfrm>
            <a:off x="5424800" y="4152425"/>
            <a:ext cx="424800" cy="12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" sz="600">
                <a:solidFill>
                  <a:schemeClr val="dk2"/>
                </a:solidFill>
              </a:rPr>
              <a:t>$0M</a:t>
            </a:r>
            <a:endParaRPr sz="600">
              <a:solidFill>
                <a:schemeClr val="dk2"/>
              </a:solidFill>
            </a:endParaRPr>
          </a:p>
        </p:txBody>
      </p:sp>
      <p:sp>
        <p:nvSpPr>
          <p:cNvPr id="714" name="Google Shape;714;p52"/>
          <p:cNvSpPr txBox="1"/>
          <p:nvPr>
            <p:ph idx="4294967295" type="subTitle"/>
          </p:nvPr>
        </p:nvSpPr>
        <p:spPr>
          <a:xfrm>
            <a:off x="8245250" y="3349125"/>
            <a:ext cx="444900" cy="12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" sz="600">
                <a:solidFill>
                  <a:schemeClr val="dk2"/>
                </a:solidFill>
              </a:rPr>
              <a:t>$0M</a:t>
            </a:r>
            <a:endParaRPr sz="600">
              <a:solidFill>
                <a:schemeClr val="dk2"/>
              </a:solidFill>
            </a:endParaRPr>
          </a:p>
        </p:txBody>
      </p:sp>
      <p:pic>
        <p:nvPicPr>
          <p:cNvPr id="715" name="Google Shape;715;p52" title="Rplo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19600" y="1862975"/>
            <a:ext cx="5498425" cy="2991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9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53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21" name="Google Shape;721;p53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22" name="Google Shape;722;p53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23" name="Google Shape;723;p53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24" name="Google Shape;724;p53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500">
                <a:latin typeface="Hanken Grotesk"/>
                <a:ea typeface="Hanken Grotesk"/>
                <a:cs typeface="Hanken Grotesk"/>
                <a:sym typeface="Hanken Grotesk"/>
              </a:rPr>
              <a:t>Interpretation</a:t>
            </a:r>
            <a:endParaRPr sz="3500"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25" name="Google Shape;725;p53"/>
          <p:cNvSpPr txBox="1"/>
          <p:nvPr>
            <p:ph idx="5" type="subTitle"/>
          </p:nvPr>
        </p:nvSpPr>
        <p:spPr>
          <a:xfrm>
            <a:off x="1758250" y="1863425"/>
            <a:ext cx="65466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 sz="3000">
                <a:latin typeface="Hanken Grotesk"/>
                <a:ea typeface="Hanken Grotesk"/>
                <a:cs typeface="Hanken Grotesk"/>
                <a:sym typeface="Hanken Grotesk"/>
              </a:rPr>
              <a:t>Members = commuting behavior</a:t>
            </a:r>
            <a:r>
              <a:rPr lang="en" sz="3000"/>
              <a:t> </a:t>
            </a:r>
            <a:endParaRPr sz="3000"/>
          </a:p>
        </p:txBody>
      </p:sp>
      <p:sp>
        <p:nvSpPr>
          <p:cNvPr id="726" name="Google Shape;726;p53"/>
          <p:cNvSpPr txBox="1"/>
          <p:nvPr>
            <p:ph idx="6" type="subTitle"/>
          </p:nvPr>
        </p:nvSpPr>
        <p:spPr>
          <a:xfrm>
            <a:off x="1758250" y="2571750"/>
            <a:ext cx="65466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 sz="3000">
                <a:latin typeface="Hanken Grotesk"/>
                <a:ea typeface="Hanken Grotesk"/>
                <a:cs typeface="Hanken Grotesk"/>
                <a:sym typeface="Hanken Grotesk"/>
              </a:rPr>
              <a:t>Casual = leisure behavior </a:t>
            </a:r>
            <a:endParaRPr sz="3000"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27" name="Google Shape;727;p53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"/>
              <a:t>Timeline</a:t>
            </a:r>
            <a:endParaRPr b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54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33" name="Google Shape;733;p54"/>
          <p:cNvSpPr txBox="1"/>
          <p:nvPr>
            <p:ph type="title"/>
          </p:nvPr>
        </p:nvSpPr>
        <p:spPr>
          <a:xfrm>
            <a:off x="575450" y="689850"/>
            <a:ext cx="7916400" cy="2168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-419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Font typeface="Hanken Grotesk"/>
              <a:buChar char="●"/>
            </a:pPr>
            <a:r>
              <a:rPr lang="en" sz="3000">
                <a:latin typeface="Hanken Grotesk"/>
                <a:ea typeface="Hanken Grotesk"/>
                <a:cs typeface="Hanken Grotesk"/>
                <a:sym typeface="Hanken Grotesk"/>
              </a:rPr>
              <a:t>Weekend promotions for casual riders</a:t>
            </a:r>
            <a:endParaRPr sz="3000">
              <a:latin typeface="Hanken Grotesk"/>
              <a:ea typeface="Hanken Grotesk"/>
              <a:cs typeface="Hanken Grotesk"/>
              <a:sym typeface="Hanken Grotesk"/>
            </a:endParaRPr>
          </a:p>
          <a:p>
            <a:pPr indent="-419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Font typeface="Hanken Grotesk"/>
              <a:buChar char="●"/>
            </a:pPr>
            <a:r>
              <a:rPr lang="en" sz="3000">
                <a:latin typeface="Hanken Grotesk"/>
                <a:ea typeface="Hanken Grotesk"/>
                <a:cs typeface="Hanken Grotesk"/>
                <a:sym typeface="Hanken Grotesk"/>
              </a:rPr>
              <a:t>Promote commuting benefits</a:t>
            </a:r>
            <a:endParaRPr sz="3000">
              <a:latin typeface="Hanken Grotesk"/>
              <a:ea typeface="Hanken Grotesk"/>
              <a:cs typeface="Hanken Grotesk"/>
              <a:sym typeface="Hanken Grotesk"/>
            </a:endParaRPr>
          </a:p>
          <a:p>
            <a:pPr indent="-419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Font typeface="Hanken Grotesk"/>
              <a:buChar char="●"/>
            </a:pPr>
            <a:r>
              <a:rPr lang="en" sz="3000">
                <a:latin typeface="Hanken Grotesk"/>
                <a:ea typeface="Hanken Grotesk"/>
                <a:cs typeface="Hanken Grotesk"/>
                <a:sym typeface="Hanken Grotesk"/>
              </a:rPr>
              <a:t>Use targeted digital marketing</a:t>
            </a:r>
            <a:endParaRPr sz="3000"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34" name="Google Shape;734;p54"/>
          <p:cNvSpPr txBox="1"/>
          <p:nvPr>
            <p:ph idx="2" type="subTitle"/>
          </p:nvPr>
        </p:nvSpPr>
        <p:spPr>
          <a:xfrm>
            <a:off x="241375" y="131800"/>
            <a:ext cx="4129500" cy="1422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/>
              <a:t>Recommendations: </a:t>
            </a:r>
            <a:endParaRPr sz="3500"/>
          </a:p>
        </p:txBody>
      </p:sp>
      <p:cxnSp>
        <p:nvCxnSpPr>
          <p:cNvPr id="735" name="Google Shape;735;p54"/>
          <p:cNvCxnSpPr/>
          <p:nvPr/>
        </p:nvCxnSpPr>
        <p:spPr>
          <a:xfrm rot="10800000">
            <a:off x="593700" y="3671900"/>
            <a:ext cx="79482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p55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41" name="Google Shape;741;p55"/>
          <p:cNvSpPr txBox="1"/>
          <p:nvPr>
            <p:ph type="title"/>
          </p:nvPr>
        </p:nvSpPr>
        <p:spPr>
          <a:xfrm>
            <a:off x="613800" y="3600350"/>
            <a:ext cx="7916400" cy="648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</a:pPr>
            <a:r>
              <a:rPr lang="en" sz="5000"/>
              <a:t>Thank you!</a:t>
            </a:r>
            <a:endParaRPr sz="5000"/>
          </a:p>
        </p:txBody>
      </p:sp>
      <p:sp>
        <p:nvSpPr>
          <p:cNvPr id="742" name="Google Shape;742;p55"/>
          <p:cNvSpPr txBox="1"/>
          <p:nvPr>
            <p:ph idx="2" type="subTitle"/>
          </p:nvPr>
        </p:nvSpPr>
        <p:spPr>
          <a:xfrm>
            <a:off x="5539500" y="4387200"/>
            <a:ext cx="3002400" cy="64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Contact</a:t>
            </a:r>
            <a:br>
              <a:rPr lang="en"/>
            </a:br>
            <a:r>
              <a:rPr lang="en"/>
              <a:t>WojciechCzarnyEmail@gmail.com</a:t>
            </a:r>
            <a:endParaRPr/>
          </a:p>
        </p:txBody>
      </p:sp>
      <p:sp>
        <p:nvSpPr>
          <p:cNvPr id="743" name="Google Shape;743;p55"/>
          <p:cNvSpPr txBox="1"/>
          <p:nvPr>
            <p:ph idx="3" type="subTitle"/>
          </p:nvPr>
        </p:nvSpPr>
        <p:spPr>
          <a:xfrm>
            <a:off x="1284638" y="2148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Conclusion</a:t>
            </a:r>
            <a:endParaRPr b="1"/>
          </a:p>
        </p:txBody>
      </p:sp>
      <p:cxnSp>
        <p:nvCxnSpPr>
          <p:cNvPr id="744" name="Google Shape;744;p55"/>
          <p:cNvCxnSpPr/>
          <p:nvPr/>
        </p:nvCxnSpPr>
        <p:spPr>
          <a:xfrm rot="10800000">
            <a:off x="597900" y="4317775"/>
            <a:ext cx="79482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5" name="Google Shape;745;p55"/>
          <p:cNvSpPr txBox="1"/>
          <p:nvPr/>
        </p:nvSpPr>
        <p:spPr>
          <a:xfrm>
            <a:off x="203550" y="1073325"/>
            <a:ext cx="8736900" cy="175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425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lang="en" sz="3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Clear behavioral differences exist</a:t>
            </a:r>
            <a:endParaRPr sz="3000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  <a:p>
            <a:pPr indent="-425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lang="en" sz="3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Opportunity to convert casual riders</a:t>
            </a:r>
            <a:endParaRPr sz="3000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  <a:p>
            <a:pPr indent="-425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lang="en" sz="3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Data supports targeted marketing strategy</a:t>
            </a:r>
            <a:endParaRPr sz="3000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ATEGIC PITCH PRESENTATION">
  <a:themeElements>
    <a:clrScheme name="Simple Light">
      <a:dk1>
        <a:srgbClr val="000000"/>
      </a:dk1>
      <a:lt1>
        <a:srgbClr val="FAFAFA"/>
      </a:lt1>
      <a:dk2>
        <a:srgbClr val="CCCCCC"/>
      </a:dk2>
      <a:lt2>
        <a:srgbClr val="F3F3F3"/>
      </a:lt2>
      <a:accent1>
        <a:srgbClr val="FBE2C4"/>
      </a:accent1>
      <a:accent2>
        <a:srgbClr val="FFCCE4"/>
      </a:accent2>
      <a:accent3>
        <a:srgbClr val="C0E9FF"/>
      </a:accent3>
      <a:accent4>
        <a:srgbClr val="D2FD78"/>
      </a:accent4>
      <a:accent5>
        <a:srgbClr val="FAEA32"/>
      </a:accent5>
      <a:accent6>
        <a:srgbClr val="CBB2FE"/>
      </a:accent6>
      <a:hlink>
        <a:srgbClr val="C0E9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